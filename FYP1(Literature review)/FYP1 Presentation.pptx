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858000" cy="9144000"/>
  <p:embeddedFontLst>
    <p:embeddedFont>
      <p:font typeface="Red Hat Display SemiBold"/>
      <p:regular r:id="rId35"/>
      <p:bold r:id="rId36"/>
      <p:italic r:id="rId37"/>
      <p:boldItalic r:id="rId38"/>
    </p:embeddedFont>
    <p:embeddedFont>
      <p:font typeface="Lato"/>
      <p:regular r:id="rId39"/>
      <p:bold r:id="rId40"/>
      <p:italic r:id="rId41"/>
      <p:boldItalic r:id="rId42"/>
    </p:embeddedFont>
    <p:embeddedFont>
      <p:font typeface="Red Hat Display Medium"/>
      <p:regular r:id="rId43"/>
      <p:bold r:id="rId44"/>
      <p:italic r:id="rId45"/>
      <p:boldItalic r:id="rId46"/>
    </p:embeddedFont>
    <p:embeddedFont>
      <p:font typeface="Red Hat Display"/>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bold.fntdata"/><Relationship Id="rId42" Type="http://schemas.openxmlformats.org/officeDocument/2006/relationships/font" Target="fonts/Lato-boldItalic.fntdata"/><Relationship Id="rId41" Type="http://schemas.openxmlformats.org/officeDocument/2006/relationships/font" Target="fonts/Lato-italic.fntdata"/><Relationship Id="rId44" Type="http://schemas.openxmlformats.org/officeDocument/2006/relationships/font" Target="fonts/RedHatDisplayMedium-bold.fntdata"/><Relationship Id="rId43" Type="http://schemas.openxmlformats.org/officeDocument/2006/relationships/font" Target="fonts/RedHatDisplayMedium-regular.fntdata"/><Relationship Id="rId46" Type="http://schemas.openxmlformats.org/officeDocument/2006/relationships/font" Target="fonts/RedHatDisplayMedium-boldItalic.fntdata"/><Relationship Id="rId45" Type="http://schemas.openxmlformats.org/officeDocument/2006/relationships/font" Target="fonts/RedHatDisplayMedium-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edHatDisplay-bold.fntdata"/><Relationship Id="rId47" Type="http://schemas.openxmlformats.org/officeDocument/2006/relationships/font" Target="fonts/RedHatDisplay-regular.fntdata"/><Relationship Id="rId49" Type="http://schemas.openxmlformats.org/officeDocument/2006/relationships/font" Target="fonts/RedHatDisplay-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font" Target="fonts/RedHatDisplaySemiBold-regular.fntdata"/><Relationship Id="rId34" Type="http://schemas.openxmlformats.org/officeDocument/2006/relationships/slide" Target="slides/slide29.xml"/><Relationship Id="rId37" Type="http://schemas.openxmlformats.org/officeDocument/2006/relationships/font" Target="fonts/RedHatDisplaySemiBold-italic.fntdata"/><Relationship Id="rId36" Type="http://schemas.openxmlformats.org/officeDocument/2006/relationships/font" Target="fonts/RedHatDisplaySemiBold-bold.fntdata"/><Relationship Id="rId39" Type="http://schemas.openxmlformats.org/officeDocument/2006/relationships/font" Target="fonts/Lato-regular.fntdata"/><Relationship Id="rId38" Type="http://schemas.openxmlformats.org/officeDocument/2006/relationships/font" Target="fonts/RedHatDisplaySemiBold-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schemas.openxmlformats.org/officeDocument/2006/relationships/font" Target="fonts/RedHatDisplay-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bd82bc98d8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bd82bc98d8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bdae12d83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bdae12d83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be681b8de5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3be681b8de5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bd82bc98d8_0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3bd82bc98d8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bd82bc98d8_0_6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3bd82bc98d8_0_6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bdae12d837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bdae12d837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be681b8de5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3be681b8de5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869c676b5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3869c676b5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bdcd2e95e2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3bdcd2e95e2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bdcd2e95e2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3bdcd2e95e2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3bdcd2e95e2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3bdcd2e95e2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bdae12d837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3bdae12d837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bdae12d837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3bdae12d837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bdae12d837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3bdae12d837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bdcd2e95e2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3bdcd2e95e2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bdcd2e95e2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3bdcd2e95e2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3bdae12d837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9" name="Google Shape;849;g3bdae12d837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bdae12d837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3bdae12d837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3bdae12d837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g3bdae12d837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g3bdae12d837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2" name="Google Shape;932;g3bdae12d837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bdae12d837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0" name="Google Shape;950;g3bdae12d837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c72a3464b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6" name="Google Shape;966;g3c72a3464b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3bdae12d837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3" name="Google Shape;973;g3bdae12d837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3c72a3464b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8" name="Google Shape;978;g3c72a3464b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c72a3464bf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6" name="Google Shape;996;g3c72a3464bf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c72a3464bf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6" name="Google Shape;1006;g3c72a3464bf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3bd82bc98d8_0_7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2" name="Google Shape;1012;g3bd82bc98d8_0_7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g3be681b8de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7" name="Google Shape;1017;g3be681b8de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3be681b8de5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4" name="Google Shape;1024;g3be681b8de5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spTree>
      <p:nvGrpSpPr>
        <p:cNvPr id="9" name="Shape 9"/>
        <p:cNvGrpSpPr/>
        <p:nvPr/>
      </p:nvGrpSpPr>
      <p:grpSpPr>
        <a:xfrm>
          <a:off x="0" y="0"/>
          <a:ext cx="0" cy="0"/>
          <a:chOff x="0" y="0"/>
          <a:chExt cx="0" cy="0"/>
        </a:xfrm>
      </p:grpSpPr>
      <p:sp>
        <p:nvSpPr>
          <p:cNvPr id="10" name="Google Shape;10;p2"/>
          <p:cNvSpPr/>
          <p:nvPr/>
        </p:nvSpPr>
        <p:spPr>
          <a:xfrm>
            <a:off x="810500"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 name="Google Shape;11;p2"/>
          <p:cNvSpPr/>
          <p:nvPr/>
        </p:nvSpPr>
        <p:spPr>
          <a:xfrm>
            <a:off x="810500"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 name="Google Shape;12;p2"/>
          <p:cNvSpPr/>
          <p:nvPr/>
        </p:nvSpPr>
        <p:spPr>
          <a:xfrm>
            <a:off x="3" y="3061484"/>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 name="Google Shape;13;p2"/>
          <p:cNvSpPr/>
          <p:nvPr/>
        </p:nvSpPr>
        <p:spPr>
          <a:xfrm>
            <a:off x="810500"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 name="Google Shape;14;p2"/>
          <p:cNvSpPr/>
          <p:nvPr/>
        </p:nvSpPr>
        <p:spPr>
          <a:xfrm>
            <a:off x="-1"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 name="Google Shape;15;p2"/>
          <p:cNvSpPr/>
          <p:nvPr/>
        </p:nvSpPr>
        <p:spPr>
          <a:xfrm>
            <a:off x="810505"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 name="Google Shape;16;p2"/>
          <p:cNvSpPr/>
          <p:nvPr/>
        </p:nvSpPr>
        <p:spPr>
          <a:xfrm>
            <a:off x="-1"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 name="Google Shape;17;p2"/>
          <p:cNvSpPr/>
          <p:nvPr/>
        </p:nvSpPr>
        <p:spPr>
          <a:xfrm>
            <a:off x="-1"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 name="Google Shape;18;p2"/>
          <p:cNvSpPr/>
          <p:nvPr/>
        </p:nvSpPr>
        <p:spPr>
          <a:xfrm>
            <a:off x="3" y="4100578"/>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 name="Google Shape;19;p2"/>
          <p:cNvSpPr/>
          <p:nvPr/>
        </p:nvSpPr>
        <p:spPr>
          <a:xfrm>
            <a:off x="810502" y="4100581"/>
            <a:ext cx="6099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 name="Google Shape;20;p2"/>
          <p:cNvSpPr/>
          <p:nvPr/>
        </p:nvSpPr>
        <p:spPr>
          <a:xfrm>
            <a:off x="1420399" y="0"/>
            <a:ext cx="4320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 name="Google Shape;21;p2"/>
          <p:cNvSpPr/>
          <p:nvPr/>
        </p:nvSpPr>
        <p:spPr>
          <a:xfrm>
            <a:off x="1420399" y="2040871"/>
            <a:ext cx="4320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2" name="Google Shape;22;p2"/>
          <p:cNvSpPr/>
          <p:nvPr/>
        </p:nvSpPr>
        <p:spPr>
          <a:xfrm>
            <a:off x="1420399" y="1020429"/>
            <a:ext cx="4320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3" name="Google Shape;23;p2"/>
          <p:cNvSpPr/>
          <p:nvPr/>
        </p:nvSpPr>
        <p:spPr>
          <a:xfrm>
            <a:off x="1420401" y="3061475"/>
            <a:ext cx="4320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 name="Google Shape;24;p2"/>
          <p:cNvSpPr/>
          <p:nvPr/>
        </p:nvSpPr>
        <p:spPr>
          <a:xfrm>
            <a:off x="1420400" y="4100581"/>
            <a:ext cx="4320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5" name="Google Shape;25;p2"/>
          <p:cNvSpPr txBox="1"/>
          <p:nvPr>
            <p:ph type="title"/>
          </p:nvPr>
        </p:nvSpPr>
        <p:spPr>
          <a:xfrm>
            <a:off x="3154650" y="3235981"/>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26" name="Google Shape;26;p2"/>
          <p:cNvSpPr txBox="1"/>
          <p:nvPr>
            <p:ph idx="1" type="subTitle"/>
          </p:nvPr>
        </p:nvSpPr>
        <p:spPr>
          <a:xfrm>
            <a:off x="3154650" y="3875775"/>
            <a:ext cx="57609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BLANK_3">
    <p:bg>
      <p:bgPr>
        <a:solidFill>
          <a:schemeClr val="accent5"/>
        </a:solidFill>
      </p:bgPr>
    </p:bg>
    <p:spTree>
      <p:nvGrpSpPr>
        <p:cNvPr id="27" name="Shape 27"/>
        <p:cNvGrpSpPr/>
        <p:nvPr/>
      </p:nvGrpSpPr>
      <p:grpSpPr>
        <a:xfrm>
          <a:off x="0" y="0"/>
          <a:ext cx="0" cy="0"/>
          <a:chOff x="0" y="0"/>
          <a:chExt cx="0" cy="0"/>
        </a:xfrm>
      </p:grpSpPr>
      <p:sp>
        <p:nvSpPr>
          <p:cNvPr id="28" name="Google Shape;28;p3"/>
          <p:cNvSpPr/>
          <p:nvPr/>
        </p:nvSpPr>
        <p:spPr>
          <a:xfrm>
            <a:off x="810500"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9" name="Google Shape;29;p3"/>
          <p:cNvSpPr/>
          <p:nvPr/>
        </p:nvSpPr>
        <p:spPr>
          <a:xfrm>
            <a:off x="810500"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0" name="Google Shape;30;p3"/>
          <p:cNvSpPr/>
          <p:nvPr/>
        </p:nvSpPr>
        <p:spPr>
          <a:xfrm>
            <a:off x="3" y="3061484"/>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1" name="Google Shape;31;p3"/>
          <p:cNvSpPr/>
          <p:nvPr/>
        </p:nvSpPr>
        <p:spPr>
          <a:xfrm>
            <a:off x="810500"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2" name="Google Shape;32;p3"/>
          <p:cNvSpPr/>
          <p:nvPr/>
        </p:nvSpPr>
        <p:spPr>
          <a:xfrm>
            <a:off x="-1"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3" name="Google Shape;33;p3"/>
          <p:cNvSpPr/>
          <p:nvPr/>
        </p:nvSpPr>
        <p:spPr>
          <a:xfrm>
            <a:off x="810505"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4" name="Google Shape;34;p3"/>
          <p:cNvSpPr/>
          <p:nvPr/>
        </p:nvSpPr>
        <p:spPr>
          <a:xfrm>
            <a:off x="-1"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5" name="Google Shape;35;p3"/>
          <p:cNvSpPr/>
          <p:nvPr/>
        </p:nvSpPr>
        <p:spPr>
          <a:xfrm>
            <a:off x="-1"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6" name="Google Shape;36;p3"/>
          <p:cNvSpPr/>
          <p:nvPr/>
        </p:nvSpPr>
        <p:spPr>
          <a:xfrm>
            <a:off x="3" y="4100578"/>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7" name="Google Shape;37;p3"/>
          <p:cNvSpPr/>
          <p:nvPr/>
        </p:nvSpPr>
        <p:spPr>
          <a:xfrm>
            <a:off x="810502" y="4100581"/>
            <a:ext cx="6099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8" name="Google Shape;38;p3"/>
          <p:cNvSpPr/>
          <p:nvPr/>
        </p:nvSpPr>
        <p:spPr>
          <a:xfrm>
            <a:off x="1420399" y="0"/>
            <a:ext cx="4320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9" name="Google Shape;39;p3"/>
          <p:cNvSpPr/>
          <p:nvPr/>
        </p:nvSpPr>
        <p:spPr>
          <a:xfrm>
            <a:off x="1420399" y="2040871"/>
            <a:ext cx="4320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0" name="Google Shape;40;p3"/>
          <p:cNvSpPr/>
          <p:nvPr/>
        </p:nvSpPr>
        <p:spPr>
          <a:xfrm>
            <a:off x="1420399" y="1020429"/>
            <a:ext cx="4320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1" name="Google Shape;41;p3"/>
          <p:cNvSpPr/>
          <p:nvPr/>
        </p:nvSpPr>
        <p:spPr>
          <a:xfrm>
            <a:off x="1420401" y="3061475"/>
            <a:ext cx="4320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2" name="Google Shape;42;p3"/>
          <p:cNvSpPr/>
          <p:nvPr/>
        </p:nvSpPr>
        <p:spPr>
          <a:xfrm>
            <a:off x="1420400" y="4100581"/>
            <a:ext cx="4320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3" name="Google Shape;43;p3"/>
          <p:cNvSpPr txBox="1"/>
          <p:nvPr>
            <p:ph type="title"/>
          </p:nvPr>
        </p:nvSpPr>
        <p:spPr>
          <a:xfrm>
            <a:off x="3154650" y="467500"/>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44" name="Google Shape;44;p3"/>
          <p:cNvSpPr txBox="1"/>
          <p:nvPr>
            <p:ph idx="1" type="subTitle"/>
          </p:nvPr>
        </p:nvSpPr>
        <p:spPr>
          <a:xfrm>
            <a:off x="3154650" y="1107294"/>
            <a:ext cx="57609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3"/>
          <p:cNvSpPr/>
          <p:nvPr>
            <p:ph idx="2" type="pic"/>
          </p:nvPr>
        </p:nvSpPr>
        <p:spPr>
          <a:xfrm>
            <a:off x="3154650" y="3875225"/>
            <a:ext cx="618600" cy="808500"/>
          </a:xfrm>
          <a:prstGeom prst="snip2DiagRect">
            <a:avLst>
              <a:gd fmla="val 0" name="adj1"/>
              <a:gd fmla="val 34473" name="adj2"/>
            </a:avLst>
          </a:prstGeom>
          <a:noFill/>
          <a:ln>
            <a:noFill/>
          </a:ln>
        </p:spPr>
      </p:sp>
      <p:sp>
        <p:nvSpPr>
          <p:cNvPr id="46" name="Google Shape;46;p3"/>
          <p:cNvSpPr txBox="1"/>
          <p:nvPr>
            <p:ph idx="3" type="subTitle"/>
          </p:nvPr>
        </p:nvSpPr>
        <p:spPr>
          <a:xfrm>
            <a:off x="3859150" y="4072916"/>
            <a:ext cx="2621700" cy="1731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900"/>
              <a:buFont typeface="Red Hat Display"/>
              <a:buNone/>
              <a:defRPr sz="900">
                <a:solidFill>
                  <a:schemeClr val="dk2"/>
                </a:solidFill>
              </a:defRPr>
            </a:lvl1pPr>
            <a:lvl2pPr lvl="1">
              <a:spcBef>
                <a:spcPts val="0"/>
              </a:spcBef>
              <a:spcAft>
                <a:spcPts val="0"/>
              </a:spcAft>
              <a:buClr>
                <a:schemeClr val="dk2"/>
              </a:buClr>
              <a:buSzPts val="900"/>
              <a:buNone/>
              <a:defRPr sz="900">
                <a:solidFill>
                  <a:schemeClr val="dk2"/>
                </a:solidFill>
              </a:defRPr>
            </a:lvl2pPr>
            <a:lvl3pPr lvl="2">
              <a:spcBef>
                <a:spcPts val="0"/>
              </a:spcBef>
              <a:spcAft>
                <a:spcPts val="0"/>
              </a:spcAft>
              <a:buClr>
                <a:schemeClr val="dk2"/>
              </a:buClr>
              <a:buSzPts val="900"/>
              <a:buNone/>
              <a:defRPr sz="900">
                <a:solidFill>
                  <a:schemeClr val="dk2"/>
                </a:solidFill>
              </a:defRPr>
            </a:lvl3pPr>
            <a:lvl4pPr lvl="3">
              <a:spcBef>
                <a:spcPts val="0"/>
              </a:spcBef>
              <a:spcAft>
                <a:spcPts val="0"/>
              </a:spcAft>
              <a:buClr>
                <a:schemeClr val="dk2"/>
              </a:buClr>
              <a:buSzPts val="900"/>
              <a:buNone/>
              <a:defRPr sz="900">
                <a:solidFill>
                  <a:schemeClr val="dk2"/>
                </a:solidFill>
              </a:defRPr>
            </a:lvl4pPr>
            <a:lvl5pPr lvl="4">
              <a:spcBef>
                <a:spcPts val="0"/>
              </a:spcBef>
              <a:spcAft>
                <a:spcPts val="0"/>
              </a:spcAft>
              <a:buClr>
                <a:schemeClr val="dk2"/>
              </a:buClr>
              <a:buSzPts val="900"/>
              <a:buNone/>
              <a:defRPr sz="900">
                <a:solidFill>
                  <a:schemeClr val="dk2"/>
                </a:solidFill>
              </a:defRPr>
            </a:lvl5pPr>
            <a:lvl6pPr lvl="5">
              <a:spcBef>
                <a:spcPts val="0"/>
              </a:spcBef>
              <a:spcAft>
                <a:spcPts val="0"/>
              </a:spcAft>
              <a:buClr>
                <a:schemeClr val="dk2"/>
              </a:buClr>
              <a:buSzPts val="900"/>
              <a:buNone/>
              <a:defRPr sz="900">
                <a:solidFill>
                  <a:schemeClr val="dk2"/>
                </a:solidFill>
              </a:defRPr>
            </a:lvl6pPr>
            <a:lvl7pPr lvl="6">
              <a:spcBef>
                <a:spcPts val="0"/>
              </a:spcBef>
              <a:spcAft>
                <a:spcPts val="0"/>
              </a:spcAft>
              <a:buClr>
                <a:schemeClr val="dk2"/>
              </a:buClr>
              <a:buSzPts val="900"/>
              <a:buNone/>
              <a:defRPr sz="900">
                <a:solidFill>
                  <a:schemeClr val="dk2"/>
                </a:solidFill>
              </a:defRPr>
            </a:lvl7pPr>
            <a:lvl8pPr lvl="7">
              <a:spcBef>
                <a:spcPts val="0"/>
              </a:spcBef>
              <a:spcAft>
                <a:spcPts val="0"/>
              </a:spcAft>
              <a:buClr>
                <a:schemeClr val="dk2"/>
              </a:buClr>
              <a:buSzPts val="900"/>
              <a:buNone/>
              <a:defRPr sz="900">
                <a:solidFill>
                  <a:schemeClr val="dk2"/>
                </a:solidFill>
              </a:defRPr>
            </a:lvl8pPr>
            <a:lvl9pPr lvl="8">
              <a:spcBef>
                <a:spcPts val="0"/>
              </a:spcBef>
              <a:spcAft>
                <a:spcPts val="0"/>
              </a:spcAft>
              <a:buClr>
                <a:schemeClr val="dk2"/>
              </a:buClr>
              <a:buSzPts val="900"/>
              <a:buNone/>
              <a:defRPr sz="900">
                <a:solidFill>
                  <a:schemeClr val="dk2"/>
                </a:solidFill>
              </a:defRPr>
            </a:lvl9pPr>
          </a:lstStyle>
          <a:p/>
        </p:txBody>
      </p:sp>
      <p:sp>
        <p:nvSpPr>
          <p:cNvPr id="47" name="Google Shape;47;p3"/>
          <p:cNvSpPr txBox="1"/>
          <p:nvPr>
            <p:ph idx="4" type="subTitle"/>
          </p:nvPr>
        </p:nvSpPr>
        <p:spPr>
          <a:xfrm>
            <a:off x="385915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
        <p:nvSpPr>
          <p:cNvPr id="48" name="Google Shape;48;p3"/>
          <p:cNvSpPr txBox="1"/>
          <p:nvPr>
            <p:ph idx="5" type="subTitle"/>
          </p:nvPr>
        </p:nvSpPr>
        <p:spPr>
          <a:xfrm>
            <a:off x="505580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
        <p:nvSpPr>
          <p:cNvPr id="49" name="Google Shape;49;p3"/>
          <p:cNvSpPr txBox="1"/>
          <p:nvPr>
            <p:ph idx="6" type="subTitle"/>
          </p:nvPr>
        </p:nvSpPr>
        <p:spPr>
          <a:xfrm>
            <a:off x="625245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BLANK_2">
    <p:spTree>
      <p:nvGrpSpPr>
        <p:cNvPr id="50" name="Shape 50"/>
        <p:cNvGrpSpPr/>
        <p:nvPr/>
      </p:nvGrpSpPr>
      <p:grpSpPr>
        <a:xfrm>
          <a:off x="0" y="0"/>
          <a:ext cx="0" cy="0"/>
          <a:chOff x="0" y="0"/>
          <a:chExt cx="0" cy="0"/>
        </a:xfrm>
      </p:grpSpPr>
      <p:sp>
        <p:nvSpPr>
          <p:cNvPr id="51" name="Google Shape;51;p4"/>
          <p:cNvSpPr/>
          <p:nvPr/>
        </p:nvSpPr>
        <p:spPr>
          <a:xfrm>
            <a:off x="7291578" y="4100578"/>
            <a:ext cx="8124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2" name="Google Shape;52;p4"/>
          <p:cNvSpPr/>
          <p:nvPr/>
        </p:nvSpPr>
        <p:spPr>
          <a:xfrm>
            <a:off x="8102077" y="4100581"/>
            <a:ext cx="6099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3" name="Google Shape;53;p4"/>
          <p:cNvSpPr/>
          <p:nvPr/>
        </p:nvSpPr>
        <p:spPr>
          <a:xfrm>
            <a:off x="8677575" y="4100576"/>
            <a:ext cx="4665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4" name="Google Shape;54;p4"/>
          <p:cNvSpPr/>
          <p:nvPr/>
        </p:nvSpPr>
        <p:spPr>
          <a:xfrm>
            <a:off x="5206068" y="0"/>
            <a:ext cx="12411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5" name="Google Shape;55;p4"/>
          <p:cNvSpPr/>
          <p:nvPr/>
        </p:nvSpPr>
        <p:spPr>
          <a:xfrm>
            <a:off x="6447262" y="0"/>
            <a:ext cx="8442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6" name="Google Shape;56;p4"/>
          <p:cNvSpPr/>
          <p:nvPr/>
        </p:nvSpPr>
        <p:spPr>
          <a:xfrm>
            <a:off x="8102075"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7" name="Google Shape;57;p4"/>
          <p:cNvSpPr/>
          <p:nvPr/>
        </p:nvSpPr>
        <p:spPr>
          <a:xfrm>
            <a:off x="8102075"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8" name="Google Shape;58;p4"/>
          <p:cNvSpPr/>
          <p:nvPr/>
        </p:nvSpPr>
        <p:spPr>
          <a:xfrm>
            <a:off x="7291578" y="3061484"/>
            <a:ext cx="8124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9" name="Google Shape;59;p4"/>
          <p:cNvSpPr/>
          <p:nvPr/>
        </p:nvSpPr>
        <p:spPr>
          <a:xfrm>
            <a:off x="5206074" y="1020431"/>
            <a:ext cx="12411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0" name="Google Shape;60;p4"/>
          <p:cNvSpPr/>
          <p:nvPr/>
        </p:nvSpPr>
        <p:spPr>
          <a:xfrm>
            <a:off x="4028275" y="0"/>
            <a:ext cx="11778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1" name="Google Shape;61;p4"/>
          <p:cNvSpPr/>
          <p:nvPr/>
        </p:nvSpPr>
        <p:spPr>
          <a:xfrm>
            <a:off x="4028281" y="1020428"/>
            <a:ext cx="1177800" cy="10206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2" name="Google Shape;62;p4"/>
          <p:cNvSpPr/>
          <p:nvPr/>
        </p:nvSpPr>
        <p:spPr>
          <a:xfrm>
            <a:off x="5206074" y="2040861"/>
            <a:ext cx="1241100" cy="10206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3" name="Google Shape;63;p4"/>
          <p:cNvSpPr/>
          <p:nvPr/>
        </p:nvSpPr>
        <p:spPr>
          <a:xfrm>
            <a:off x="8102075"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4" name="Google Shape;64;p4"/>
          <p:cNvSpPr/>
          <p:nvPr/>
        </p:nvSpPr>
        <p:spPr>
          <a:xfrm>
            <a:off x="7291574"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5" name="Google Shape;65;p4"/>
          <p:cNvSpPr/>
          <p:nvPr/>
        </p:nvSpPr>
        <p:spPr>
          <a:xfrm>
            <a:off x="8102080"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6" name="Google Shape;66;p4"/>
          <p:cNvSpPr/>
          <p:nvPr/>
        </p:nvSpPr>
        <p:spPr>
          <a:xfrm>
            <a:off x="7291574"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7" name="Google Shape;67;p4"/>
          <p:cNvSpPr/>
          <p:nvPr/>
        </p:nvSpPr>
        <p:spPr>
          <a:xfrm>
            <a:off x="7291574"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8" name="Google Shape;68;p4"/>
          <p:cNvSpPr/>
          <p:nvPr/>
        </p:nvSpPr>
        <p:spPr>
          <a:xfrm>
            <a:off x="6447262" y="1020429"/>
            <a:ext cx="8442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9" name="Google Shape;69;p4"/>
          <p:cNvSpPr/>
          <p:nvPr/>
        </p:nvSpPr>
        <p:spPr>
          <a:xfrm>
            <a:off x="6447262" y="2040858"/>
            <a:ext cx="8442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0" name="Google Shape;70;p4"/>
          <p:cNvSpPr/>
          <p:nvPr/>
        </p:nvSpPr>
        <p:spPr>
          <a:xfrm>
            <a:off x="6447275" y="3061486"/>
            <a:ext cx="8442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1" name="Google Shape;71;p4"/>
          <p:cNvSpPr/>
          <p:nvPr/>
        </p:nvSpPr>
        <p:spPr>
          <a:xfrm>
            <a:off x="8677575" y="0"/>
            <a:ext cx="4665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2" name="Google Shape;72;p4"/>
          <p:cNvSpPr/>
          <p:nvPr/>
        </p:nvSpPr>
        <p:spPr>
          <a:xfrm>
            <a:off x="8677575" y="2040869"/>
            <a:ext cx="4665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3" name="Google Shape;73;p4"/>
          <p:cNvSpPr/>
          <p:nvPr/>
        </p:nvSpPr>
        <p:spPr>
          <a:xfrm>
            <a:off x="8677575" y="1020428"/>
            <a:ext cx="4665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4" name="Google Shape;74;p4"/>
          <p:cNvSpPr/>
          <p:nvPr/>
        </p:nvSpPr>
        <p:spPr>
          <a:xfrm>
            <a:off x="8677577" y="3061472"/>
            <a:ext cx="4665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5" name="Google Shape;75;p4"/>
          <p:cNvSpPr txBox="1"/>
          <p:nvPr>
            <p:ph type="title"/>
          </p:nvPr>
        </p:nvSpPr>
        <p:spPr>
          <a:xfrm>
            <a:off x="259050" y="3670842"/>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56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BLANK_1">
    <p:bg>
      <p:bgPr>
        <a:solidFill>
          <a:schemeClr val="accent5"/>
        </a:solidFill>
      </p:bgPr>
    </p:bg>
    <p:spTree>
      <p:nvGrpSpPr>
        <p:cNvPr id="76" name="Shape 76"/>
        <p:cNvGrpSpPr/>
        <p:nvPr/>
      </p:nvGrpSpPr>
      <p:grpSpPr>
        <a:xfrm>
          <a:off x="0" y="0"/>
          <a:ext cx="0" cy="0"/>
          <a:chOff x="0" y="0"/>
          <a:chExt cx="0" cy="0"/>
        </a:xfrm>
      </p:grpSpPr>
      <p:grpSp>
        <p:nvGrpSpPr>
          <p:cNvPr id="77" name="Google Shape;77;p5"/>
          <p:cNvGrpSpPr/>
          <p:nvPr/>
        </p:nvGrpSpPr>
        <p:grpSpPr>
          <a:xfrm>
            <a:off x="4895291" y="1377627"/>
            <a:ext cx="4091726" cy="3670806"/>
            <a:chOff x="5223565" y="1672200"/>
            <a:chExt cx="3763198" cy="3376074"/>
          </a:xfrm>
        </p:grpSpPr>
        <p:sp>
          <p:nvSpPr>
            <p:cNvPr id="78" name="Google Shape;78;p5"/>
            <p:cNvSpPr/>
            <p:nvPr/>
          </p:nvSpPr>
          <p:spPr>
            <a:xfrm>
              <a:off x="8597363" y="4658874"/>
              <a:ext cx="389400" cy="389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9" name="Google Shape;79;p5"/>
            <p:cNvSpPr/>
            <p:nvPr/>
          </p:nvSpPr>
          <p:spPr>
            <a:xfrm>
              <a:off x="8221477" y="467476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0" name="Google Shape;80;p5"/>
            <p:cNvSpPr/>
            <p:nvPr/>
          </p:nvSpPr>
          <p:spPr>
            <a:xfrm>
              <a:off x="7827856" y="466875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1" name="Google Shape;81;p5"/>
            <p:cNvSpPr/>
            <p:nvPr/>
          </p:nvSpPr>
          <p:spPr>
            <a:xfrm>
              <a:off x="7434256" y="4656732"/>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2" name="Google Shape;82;p5"/>
            <p:cNvSpPr/>
            <p:nvPr/>
          </p:nvSpPr>
          <p:spPr>
            <a:xfrm>
              <a:off x="7061685" y="4674751"/>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3" name="Google Shape;83;p5"/>
            <p:cNvSpPr/>
            <p:nvPr/>
          </p:nvSpPr>
          <p:spPr>
            <a:xfrm>
              <a:off x="6674992" y="46837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4" name="Google Shape;84;p5"/>
            <p:cNvSpPr/>
            <p:nvPr/>
          </p:nvSpPr>
          <p:spPr>
            <a:xfrm>
              <a:off x="6302724" y="4703118"/>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5" name="Google Shape;85;p5"/>
            <p:cNvSpPr/>
            <p:nvPr/>
          </p:nvSpPr>
          <p:spPr>
            <a:xfrm>
              <a:off x="5931636" y="4719313"/>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6" name="Google Shape;86;p5"/>
            <p:cNvSpPr/>
            <p:nvPr/>
          </p:nvSpPr>
          <p:spPr>
            <a:xfrm>
              <a:off x="5574999" y="475412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7" name="Google Shape;87;p5"/>
            <p:cNvSpPr/>
            <p:nvPr/>
          </p:nvSpPr>
          <p:spPr>
            <a:xfrm>
              <a:off x="5223565" y="4792075"/>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8" name="Google Shape;88;p5"/>
            <p:cNvSpPr/>
            <p:nvPr/>
          </p:nvSpPr>
          <p:spPr>
            <a:xfrm>
              <a:off x="5233309" y="4405993"/>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9" name="Google Shape;89;p5"/>
            <p:cNvSpPr/>
            <p:nvPr/>
          </p:nvSpPr>
          <p:spPr>
            <a:xfrm>
              <a:off x="5255991" y="403107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0" name="Google Shape;90;p5"/>
            <p:cNvSpPr/>
            <p:nvPr/>
          </p:nvSpPr>
          <p:spPr>
            <a:xfrm>
              <a:off x="5577744" y="435924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1" name="Google Shape;91;p5"/>
            <p:cNvSpPr/>
            <p:nvPr/>
          </p:nvSpPr>
          <p:spPr>
            <a:xfrm>
              <a:off x="5597859" y="3989773"/>
              <a:ext cx="128400" cy="128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2" name="Google Shape;92;p5"/>
            <p:cNvSpPr/>
            <p:nvPr/>
          </p:nvSpPr>
          <p:spPr>
            <a:xfrm>
              <a:off x="5617892" y="3617917"/>
              <a:ext cx="88200" cy="8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3" name="Google Shape;93;p5"/>
            <p:cNvSpPr/>
            <p:nvPr/>
          </p:nvSpPr>
          <p:spPr>
            <a:xfrm>
              <a:off x="5640242" y="3256822"/>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4" name="Google Shape;94;p5"/>
            <p:cNvSpPr/>
            <p:nvPr/>
          </p:nvSpPr>
          <p:spPr>
            <a:xfrm>
              <a:off x="5947917" y="4337666"/>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5" name="Google Shape;95;p5"/>
            <p:cNvSpPr/>
            <p:nvPr/>
          </p:nvSpPr>
          <p:spPr>
            <a:xfrm>
              <a:off x="5947917" y="3948966"/>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6" name="Google Shape;96;p5"/>
            <p:cNvSpPr/>
            <p:nvPr/>
          </p:nvSpPr>
          <p:spPr>
            <a:xfrm>
              <a:off x="5971017" y="3583374"/>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7" name="Google Shape;97;p5"/>
            <p:cNvSpPr/>
            <p:nvPr/>
          </p:nvSpPr>
          <p:spPr>
            <a:xfrm>
              <a:off x="6000412" y="3213736"/>
              <a:ext cx="120600" cy="120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8" name="Google Shape;98;p5"/>
            <p:cNvSpPr/>
            <p:nvPr/>
          </p:nvSpPr>
          <p:spPr>
            <a:xfrm>
              <a:off x="6028158" y="2848212"/>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9" name="Google Shape;99;p5"/>
            <p:cNvSpPr/>
            <p:nvPr/>
          </p:nvSpPr>
          <p:spPr>
            <a:xfrm>
              <a:off x="6310165" y="4307974"/>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0" name="Google Shape;100;p5"/>
            <p:cNvSpPr/>
            <p:nvPr/>
          </p:nvSpPr>
          <p:spPr>
            <a:xfrm>
              <a:off x="6317617" y="3928525"/>
              <a:ext cx="251100" cy="251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1" name="Google Shape;101;p5"/>
            <p:cNvSpPr/>
            <p:nvPr/>
          </p:nvSpPr>
          <p:spPr>
            <a:xfrm>
              <a:off x="6338017" y="3557025"/>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2" name="Google Shape;102;p5"/>
            <p:cNvSpPr/>
            <p:nvPr/>
          </p:nvSpPr>
          <p:spPr>
            <a:xfrm>
              <a:off x="6353659" y="3174152"/>
              <a:ext cx="190800" cy="190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3" name="Google Shape;103;p5"/>
            <p:cNvSpPr/>
            <p:nvPr/>
          </p:nvSpPr>
          <p:spPr>
            <a:xfrm>
              <a:off x="6378718" y="2811048"/>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4" name="Google Shape;104;p5"/>
            <p:cNvSpPr/>
            <p:nvPr/>
          </p:nvSpPr>
          <p:spPr>
            <a:xfrm>
              <a:off x="6742842" y="2786001"/>
              <a:ext cx="190800" cy="190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5" name="Google Shape;105;p5"/>
            <p:cNvSpPr/>
            <p:nvPr/>
          </p:nvSpPr>
          <p:spPr>
            <a:xfrm>
              <a:off x="6416508" y="2460862"/>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6" name="Google Shape;106;p5"/>
            <p:cNvSpPr/>
            <p:nvPr/>
          </p:nvSpPr>
          <p:spPr>
            <a:xfrm>
              <a:off x="6767893" y="2423048"/>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7" name="Google Shape;107;p5"/>
            <p:cNvSpPr/>
            <p:nvPr/>
          </p:nvSpPr>
          <p:spPr>
            <a:xfrm>
              <a:off x="6818658" y="2063849"/>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8" name="Google Shape;108;p5"/>
            <p:cNvSpPr/>
            <p:nvPr/>
          </p:nvSpPr>
          <p:spPr>
            <a:xfrm>
              <a:off x="6725510" y="316172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9" name="Google Shape;109;p5"/>
            <p:cNvSpPr/>
            <p:nvPr/>
          </p:nvSpPr>
          <p:spPr>
            <a:xfrm>
              <a:off x="6703814" y="353649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0" name="Google Shape;110;p5"/>
            <p:cNvSpPr/>
            <p:nvPr/>
          </p:nvSpPr>
          <p:spPr>
            <a:xfrm>
              <a:off x="6693510" y="3918330"/>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1" name="Google Shape;111;p5"/>
            <p:cNvSpPr/>
            <p:nvPr/>
          </p:nvSpPr>
          <p:spPr>
            <a:xfrm>
              <a:off x="6683243" y="4298575"/>
              <a:ext cx="302100" cy="302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2" name="Google Shape;112;p5"/>
            <p:cNvSpPr/>
            <p:nvPr/>
          </p:nvSpPr>
          <p:spPr>
            <a:xfrm>
              <a:off x="7061692" y="4285375"/>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3" name="Google Shape;113;p5"/>
            <p:cNvSpPr/>
            <p:nvPr/>
          </p:nvSpPr>
          <p:spPr>
            <a:xfrm>
              <a:off x="7070692" y="3905000"/>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4" name="Google Shape;114;p5"/>
            <p:cNvSpPr/>
            <p:nvPr/>
          </p:nvSpPr>
          <p:spPr>
            <a:xfrm>
              <a:off x="7085092" y="3528700"/>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5" name="Google Shape;115;p5"/>
            <p:cNvSpPr/>
            <p:nvPr/>
          </p:nvSpPr>
          <p:spPr>
            <a:xfrm>
              <a:off x="7103018" y="3150325"/>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6" name="Google Shape;116;p5"/>
            <p:cNvSpPr/>
            <p:nvPr/>
          </p:nvSpPr>
          <p:spPr>
            <a:xfrm>
              <a:off x="7124313" y="2779308"/>
              <a:ext cx="220500" cy="22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7" name="Google Shape;117;p5"/>
            <p:cNvSpPr/>
            <p:nvPr/>
          </p:nvSpPr>
          <p:spPr>
            <a:xfrm>
              <a:off x="7146044" y="2409955"/>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8" name="Google Shape;118;p5"/>
            <p:cNvSpPr/>
            <p:nvPr/>
          </p:nvSpPr>
          <p:spPr>
            <a:xfrm>
              <a:off x="7186793" y="2052175"/>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9" name="Google Shape;119;p5"/>
            <p:cNvSpPr/>
            <p:nvPr/>
          </p:nvSpPr>
          <p:spPr>
            <a:xfrm>
              <a:off x="7976817"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0" name="Google Shape;120;p5"/>
            <p:cNvSpPr/>
            <p:nvPr/>
          </p:nvSpPr>
          <p:spPr>
            <a:xfrm>
              <a:off x="8371192"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1" name="Google Shape;121;p5"/>
            <p:cNvSpPr/>
            <p:nvPr/>
          </p:nvSpPr>
          <p:spPr>
            <a:xfrm>
              <a:off x="8764889"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2" name="Google Shape;122;p5"/>
            <p:cNvSpPr/>
            <p:nvPr/>
          </p:nvSpPr>
          <p:spPr>
            <a:xfrm>
              <a:off x="7441492" y="427460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3" name="Google Shape;123;p5"/>
            <p:cNvSpPr/>
            <p:nvPr/>
          </p:nvSpPr>
          <p:spPr>
            <a:xfrm>
              <a:off x="7452292" y="3896000"/>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4" name="Google Shape;124;p5"/>
            <p:cNvSpPr/>
            <p:nvPr/>
          </p:nvSpPr>
          <p:spPr>
            <a:xfrm>
              <a:off x="7470292" y="351017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5" name="Google Shape;125;p5"/>
            <p:cNvSpPr/>
            <p:nvPr/>
          </p:nvSpPr>
          <p:spPr>
            <a:xfrm>
              <a:off x="7484692" y="3137725"/>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6" name="Google Shape;126;p5"/>
            <p:cNvSpPr/>
            <p:nvPr/>
          </p:nvSpPr>
          <p:spPr>
            <a:xfrm>
              <a:off x="7497293" y="2761300"/>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7" name="Google Shape;127;p5"/>
            <p:cNvSpPr/>
            <p:nvPr/>
          </p:nvSpPr>
          <p:spPr>
            <a:xfrm>
              <a:off x="7515288" y="2386708"/>
              <a:ext cx="220500" cy="22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8" name="Google Shape;128;p5"/>
            <p:cNvSpPr/>
            <p:nvPr/>
          </p:nvSpPr>
          <p:spPr>
            <a:xfrm>
              <a:off x="7564468" y="2035826"/>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9" name="Google Shape;129;p5"/>
            <p:cNvSpPr/>
            <p:nvPr/>
          </p:nvSpPr>
          <p:spPr>
            <a:xfrm>
              <a:off x="7828801" y="427251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0" name="Google Shape;130;p5"/>
            <p:cNvSpPr/>
            <p:nvPr/>
          </p:nvSpPr>
          <p:spPr>
            <a:xfrm>
              <a:off x="7835067"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1" name="Google Shape;131;p5"/>
            <p:cNvSpPr/>
            <p:nvPr/>
          </p:nvSpPr>
          <p:spPr>
            <a:xfrm>
              <a:off x="7850970" y="3509478"/>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2" name="Google Shape;132;p5"/>
            <p:cNvSpPr/>
            <p:nvPr/>
          </p:nvSpPr>
          <p:spPr>
            <a:xfrm>
              <a:off x="7859967"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3" name="Google Shape;133;p5"/>
            <p:cNvSpPr/>
            <p:nvPr/>
          </p:nvSpPr>
          <p:spPr>
            <a:xfrm>
              <a:off x="7886401" y="2761299"/>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4" name="Google Shape;134;p5"/>
            <p:cNvSpPr/>
            <p:nvPr/>
          </p:nvSpPr>
          <p:spPr>
            <a:xfrm>
              <a:off x="7904067" y="2376550"/>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5" name="Google Shape;135;p5"/>
            <p:cNvSpPr/>
            <p:nvPr/>
          </p:nvSpPr>
          <p:spPr>
            <a:xfrm>
              <a:off x="7944867" y="2030125"/>
              <a:ext cx="152100" cy="152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6" name="Google Shape;136;p5"/>
            <p:cNvSpPr/>
            <p:nvPr/>
          </p:nvSpPr>
          <p:spPr>
            <a:xfrm>
              <a:off x="8330538" y="203012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7" name="Google Shape;137;p5"/>
            <p:cNvSpPr/>
            <p:nvPr/>
          </p:nvSpPr>
          <p:spPr>
            <a:xfrm>
              <a:off x="8717639" y="2025398"/>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8" name="Google Shape;138;p5"/>
            <p:cNvSpPr/>
            <p:nvPr/>
          </p:nvSpPr>
          <p:spPr>
            <a:xfrm>
              <a:off x="8298197" y="238391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9" name="Google Shape;139;p5"/>
            <p:cNvSpPr/>
            <p:nvPr/>
          </p:nvSpPr>
          <p:spPr>
            <a:xfrm>
              <a:off x="8691644" y="238391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0" name="Google Shape;140;p5"/>
            <p:cNvSpPr/>
            <p:nvPr/>
          </p:nvSpPr>
          <p:spPr>
            <a:xfrm>
              <a:off x="8273879" y="276068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1" name="Google Shape;141;p5"/>
            <p:cNvSpPr/>
            <p:nvPr/>
          </p:nvSpPr>
          <p:spPr>
            <a:xfrm>
              <a:off x="8662489" y="276068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2" name="Google Shape;142;p5"/>
            <p:cNvSpPr/>
            <p:nvPr/>
          </p:nvSpPr>
          <p:spPr>
            <a:xfrm>
              <a:off x="8248467"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3" name="Google Shape;143;p5"/>
            <p:cNvSpPr/>
            <p:nvPr/>
          </p:nvSpPr>
          <p:spPr>
            <a:xfrm>
              <a:off x="8649389"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4" name="Google Shape;144;p5"/>
            <p:cNvSpPr/>
            <p:nvPr/>
          </p:nvSpPr>
          <p:spPr>
            <a:xfrm>
              <a:off x="8228667" y="3498675"/>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5" name="Google Shape;145;p5"/>
            <p:cNvSpPr/>
            <p:nvPr/>
          </p:nvSpPr>
          <p:spPr>
            <a:xfrm>
              <a:off x="8620488" y="3498675"/>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6" name="Google Shape;146;p5"/>
            <p:cNvSpPr/>
            <p:nvPr/>
          </p:nvSpPr>
          <p:spPr>
            <a:xfrm>
              <a:off x="8225203"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7" name="Google Shape;147;p5"/>
            <p:cNvSpPr/>
            <p:nvPr/>
          </p:nvSpPr>
          <p:spPr>
            <a:xfrm>
              <a:off x="8616393"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8" name="Google Shape;148;p5"/>
            <p:cNvSpPr/>
            <p:nvPr/>
          </p:nvSpPr>
          <p:spPr>
            <a:xfrm>
              <a:off x="8217728" y="4274243"/>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9" name="Google Shape;149;p5"/>
            <p:cNvSpPr/>
            <p:nvPr/>
          </p:nvSpPr>
          <p:spPr>
            <a:xfrm>
              <a:off x="8605974" y="4274243"/>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grpSp>
      <p:grpSp>
        <p:nvGrpSpPr>
          <p:cNvPr id="150" name="Google Shape;150;p5"/>
          <p:cNvGrpSpPr/>
          <p:nvPr/>
        </p:nvGrpSpPr>
        <p:grpSpPr>
          <a:xfrm>
            <a:off x="142078" y="79823"/>
            <a:ext cx="2140834" cy="1767927"/>
            <a:chOff x="142083" y="79814"/>
            <a:chExt cx="1831025" cy="1512212"/>
          </a:xfrm>
        </p:grpSpPr>
        <p:sp>
          <p:nvSpPr>
            <p:cNvPr id="151" name="Google Shape;151;p5"/>
            <p:cNvSpPr/>
            <p:nvPr/>
          </p:nvSpPr>
          <p:spPr>
            <a:xfrm>
              <a:off x="142083" y="798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2" name="Google Shape;152;p5"/>
            <p:cNvSpPr/>
            <p:nvPr/>
          </p:nvSpPr>
          <p:spPr>
            <a:xfrm>
              <a:off x="487858" y="872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3" name="Google Shape;153;p5"/>
            <p:cNvSpPr/>
            <p:nvPr/>
          </p:nvSpPr>
          <p:spPr>
            <a:xfrm>
              <a:off x="839135" y="872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4" name="Google Shape;154;p5"/>
            <p:cNvSpPr/>
            <p:nvPr/>
          </p:nvSpPr>
          <p:spPr>
            <a:xfrm>
              <a:off x="1191033" y="1054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5" name="Google Shape;155;p5"/>
            <p:cNvSpPr/>
            <p:nvPr/>
          </p:nvSpPr>
          <p:spPr>
            <a:xfrm>
              <a:off x="1537808" y="1154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6" name="Google Shape;156;p5"/>
            <p:cNvSpPr/>
            <p:nvPr/>
          </p:nvSpPr>
          <p:spPr>
            <a:xfrm>
              <a:off x="1908008" y="1487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7" name="Google Shape;157;p5"/>
            <p:cNvSpPr/>
            <p:nvPr/>
          </p:nvSpPr>
          <p:spPr>
            <a:xfrm>
              <a:off x="164883" y="4226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8" name="Google Shape;158;p5"/>
            <p:cNvSpPr/>
            <p:nvPr/>
          </p:nvSpPr>
          <p:spPr>
            <a:xfrm>
              <a:off x="506960" y="4278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9" name="Google Shape;159;p5"/>
            <p:cNvSpPr/>
            <p:nvPr/>
          </p:nvSpPr>
          <p:spPr>
            <a:xfrm>
              <a:off x="854387" y="4367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0" name="Google Shape;160;p5"/>
            <p:cNvSpPr/>
            <p:nvPr/>
          </p:nvSpPr>
          <p:spPr>
            <a:xfrm>
              <a:off x="1202034" y="4503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1" name="Google Shape;161;p5"/>
            <p:cNvSpPr/>
            <p:nvPr/>
          </p:nvSpPr>
          <p:spPr>
            <a:xfrm>
              <a:off x="1558407" y="4700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2" name="Google Shape;162;p5"/>
            <p:cNvSpPr/>
            <p:nvPr/>
          </p:nvSpPr>
          <p:spPr>
            <a:xfrm>
              <a:off x="1924408" y="4998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3" name="Google Shape;163;p5"/>
            <p:cNvSpPr/>
            <p:nvPr/>
          </p:nvSpPr>
          <p:spPr>
            <a:xfrm>
              <a:off x="529964" y="7756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4" name="Google Shape;164;p5"/>
            <p:cNvSpPr/>
            <p:nvPr/>
          </p:nvSpPr>
          <p:spPr>
            <a:xfrm>
              <a:off x="185718" y="7654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5" name="Google Shape;165;p5"/>
            <p:cNvSpPr/>
            <p:nvPr/>
          </p:nvSpPr>
          <p:spPr>
            <a:xfrm>
              <a:off x="873448" y="7840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6" name="Google Shape;166;p5"/>
            <p:cNvSpPr/>
            <p:nvPr/>
          </p:nvSpPr>
          <p:spPr>
            <a:xfrm>
              <a:off x="1230921" y="8045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7" name="Google Shape;167;p5"/>
            <p:cNvSpPr/>
            <p:nvPr/>
          </p:nvSpPr>
          <p:spPr>
            <a:xfrm>
              <a:off x="1577346" y="8242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8" name="Google Shape;168;p5"/>
            <p:cNvSpPr/>
            <p:nvPr/>
          </p:nvSpPr>
          <p:spPr>
            <a:xfrm>
              <a:off x="551148" y="11221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9" name="Google Shape;169;p5"/>
            <p:cNvSpPr/>
            <p:nvPr/>
          </p:nvSpPr>
          <p:spPr>
            <a:xfrm>
              <a:off x="201014" y="11153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0" name="Google Shape;170;p5"/>
            <p:cNvSpPr/>
            <p:nvPr/>
          </p:nvSpPr>
          <p:spPr>
            <a:xfrm>
              <a:off x="900639" y="11443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1" name="Google Shape;171;p5"/>
            <p:cNvSpPr/>
            <p:nvPr/>
          </p:nvSpPr>
          <p:spPr>
            <a:xfrm>
              <a:off x="1258496" y="11609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2" name="Google Shape;172;p5"/>
            <p:cNvSpPr/>
            <p:nvPr/>
          </p:nvSpPr>
          <p:spPr>
            <a:xfrm>
              <a:off x="240458" y="14840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3" name="Google Shape;173;p5"/>
            <p:cNvSpPr/>
            <p:nvPr/>
          </p:nvSpPr>
          <p:spPr>
            <a:xfrm>
              <a:off x="583108" y="14861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4" name="Google Shape;174;p5"/>
            <p:cNvSpPr/>
            <p:nvPr/>
          </p:nvSpPr>
          <p:spPr>
            <a:xfrm>
              <a:off x="937805" y="15085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grpSp>
      <p:sp>
        <p:nvSpPr>
          <p:cNvPr id="175" name="Google Shape;175;p5"/>
          <p:cNvSpPr txBox="1"/>
          <p:nvPr>
            <p:ph type="title"/>
          </p:nvPr>
        </p:nvSpPr>
        <p:spPr>
          <a:xfrm>
            <a:off x="228600" y="2160392"/>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176" name="Google Shape;176;p5"/>
          <p:cNvSpPr txBox="1"/>
          <p:nvPr>
            <p:ph idx="1" type="subTitle"/>
          </p:nvPr>
        </p:nvSpPr>
        <p:spPr>
          <a:xfrm>
            <a:off x="228600" y="2800192"/>
            <a:ext cx="49167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1">
  <p:cSld name="CUSTOM">
    <p:spTree>
      <p:nvGrpSpPr>
        <p:cNvPr id="177" name="Shape 177"/>
        <p:cNvGrpSpPr/>
        <p:nvPr/>
      </p:nvGrpSpPr>
      <p:grpSpPr>
        <a:xfrm>
          <a:off x="0" y="0"/>
          <a:ext cx="0" cy="0"/>
          <a:chOff x="0" y="0"/>
          <a:chExt cx="0" cy="0"/>
        </a:xfrm>
      </p:grpSpPr>
      <p:sp>
        <p:nvSpPr>
          <p:cNvPr id="178" name="Google Shape;178;p6"/>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179" name="Google Shape;179;p6"/>
          <p:cNvSpPr/>
          <p:nvPr>
            <p:ph idx="2" type="pic"/>
          </p:nvPr>
        </p:nvSpPr>
        <p:spPr>
          <a:xfrm>
            <a:off x="228425" y="1804150"/>
            <a:ext cx="1444500" cy="1451400"/>
          </a:xfrm>
          <a:prstGeom prst="rect">
            <a:avLst/>
          </a:prstGeom>
          <a:noFill/>
          <a:ln>
            <a:noFill/>
          </a:ln>
        </p:spPr>
      </p:sp>
      <p:sp>
        <p:nvSpPr>
          <p:cNvPr id="180" name="Google Shape;180;p6"/>
          <p:cNvSpPr/>
          <p:nvPr>
            <p:ph idx="3" type="pic"/>
          </p:nvPr>
        </p:nvSpPr>
        <p:spPr>
          <a:xfrm>
            <a:off x="2036775" y="1804150"/>
            <a:ext cx="1444500" cy="1451400"/>
          </a:xfrm>
          <a:prstGeom prst="rect">
            <a:avLst/>
          </a:prstGeom>
          <a:noFill/>
          <a:ln>
            <a:noFill/>
          </a:ln>
        </p:spPr>
      </p:sp>
      <p:sp>
        <p:nvSpPr>
          <p:cNvPr id="181" name="Google Shape;181;p6"/>
          <p:cNvSpPr/>
          <p:nvPr>
            <p:ph idx="4" type="pic"/>
          </p:nvPr>
        </p:nvSpPr>
        <p:spPr>
          <a:xfrm>
            <a:off x="3844088" y="1804150"/>
            <a:ext cx="1444500" cy="1451400"/>
          </a:xfrm>
          <a:prstGeom prst="rect">
            <a:avLst/>
          </a:prstGeom>
          <a:noFill/>
          <a:ln>
            <a:noFill/>
          </a:ln>
        </p:spPr>
      </p:sp>
      <p:sp>
        <p:nvSpPr>
          <p:cNvPr id="182" name="Google Shape;182;p6"/>
          <p:cNvSpPr/>
          <p:nvPr>
            <p:ph idx="5" type="pic"/>
          </p:nvPr>
        </p:nvSpPr>
        <p:spPr>
          <a:xfrm>
            <a:off x="5655513" y="1804150"/>
            <a:ext cx="1444500" cy="1451400"/>
          </a:xfrm>
          <a:prstGeom prst="rect">
            <a:avLst/>
          </a:prstGeom>
          <a:noFill/>
          <a:ln>
            <a:noFill/>
          </a:ln>
        </p:spPr>
      </p:sp>
      <p:sp>
        <p:nvSpPr>
          <p:cNvPr id="183" name="Google Shape;183;p6"/>
          <p:cNvSpPr/>
          <p:nvPr>
            <p:ph idx="6" type="pic"/>
          </p:nvPr>
        </p:nvSpPr>
        <p:spPr>
          <a:xfrm>
            <a:off x="7470863" y="1804150"/>
            <a:ext cx="1444500" cy="1451400"/>
          </a:xfrm>
          <a:prstGeom prst="rect">
            <a:avLst/>
          </a:prstGeom>
          <a:noFill/>
          <a:ln>
            <a:noFill/>
          </a:ln>
        </p:spPr>
      </p:sp>
      <p:sp>
        <p:nvSpPr>
          <p:cNvPr id="184" name="Google Shape;184;p6"/>
          <p:cNvSpPr txBox="1"/>
          <p:nvPr>
            <p:ph idx="1" type="subTitle"/>
          </p:nvPr>
        </p:nvSpPr>
        <p:spPr>
          <a:xfrm>
            <a:off x="326700"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185" name="Google Shape;185;p6"/>
          <p:cNvSpPr txBox="1"/>
          <p:nvPr>
            <p:ph idx="7" type="subTitle"/>
          </p:nvPr>
        </p:nvSpPr>
        <p:spPr>
          <a:xfrm>
            <a:off x="326700"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186" name="Google Shape;186;p6"/>
          <p:cNvSpPr txBox="1"/>
          <p:nvPr>
            <p:ph idx="8" type="subTitle"/>
          </p:nvPr>
        </p:nvSpPr>
        <p:spPr>
          <a:xfrm>
            <a:off x="2131863"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None/>
              <a:defRPr b="1" sz="10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87" name="Google Shape;187;p6"/>
          <p:cNvSpPr txBox="1"/>
          <p:nvPr>
            <p:ph idx="9" type="subTitle"/>
          </p:nvPr>
        </p:nvSpPr>
        <p:spPr>
          <a:xfrm>
            <a:off x="2131863"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188" name="Google Shape;188;p6"/>
          <p:cNvSpPr txBox="1"/>
          <p:nvPr>
            <p:ph idx="13" type="subTitle"/>
          </p:nvPr>
        </p:nvSpPr>
        <p:spPr>
          <a:xfrm>
            <a:off x="3945850"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189" name="Google Shape;189;p6"/>
          <p:cNvSpPr txBox="1"/>
          <p:nvPr>
            <p:ph idx="14" type="subTitle"/>
          </p:nvPr>
        </p:nvSpPr>
        <p:spPr>
          <a:xfrm>
            <a:off x="3945850"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190" name="Google Shape;190;p6"/>
          <p:cNvSpPr txBox="1"/>
          <p:nvPr>
            <p:ph idx="15" type="subTitle"/>
          </p:nvPr>
        </p:nvSpPr>
        <p:spPr>
          <a:xfrm>
            <a:off x="5753462"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191" name="Google Shape;191;p6"/>
          <p:cNvSpPr txBox="1"/>
          <p:nvPr>
            <p:ph idx="16" type="subTitle"/>
          </p:nvPr>
        </p:nvSpPr>
        <p:spPr>
          <a:xfrm>
            <a:off x="5753462"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192" name="Google Shape;192;p6"/>
          <p:cNvSpPr txBox="1"/>
          <p:nvPr>
            <p:ph idx="17" type="subTitle"/>
          </p:nvPr>
        </p:nvSpPr>
        <p:spPr>
          <a:xfrm>
            <a:off x="7569712"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193" name="Google Shape;193;p6"/>
          <p:cNvSpPr txBox="1"/>
          <p:nvPr>
            <p:ph idx="18" type="subTitle"/>
          </p:nvPr>
        </p:nvSpPr>
        <p:spPr>
          <a:xfrm>
            <a:off x="7569712"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2">
  <p:cSld name="CUSTOM_1">
    <p:spTree>
      <p:nvGrpSpPr>
        <p:cNvPr id="194" name="Shape 194"/>
        <p:cNvGrpSpPr/>
        <p:nvPr/>
      </p:nvGrpSpPr>
      <p:grpSpPr>
        <a:xfrm>
          <a:off x="0" y="0"/>
          <a:ext cx="0" cy="0"/>
          <a:chOff x="0" y="0"/>
          <a:chExt cx="0" cy="0"/>
        </a:xfrm>
      </p:grpSpPr>
      <p:sp>
        <p:nvSpPr>
          <p:cNvPr id="195" name="Google Shape;195;p7"/>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196" name="Google Shape;196;p7"/>
          <p:cNvSpPr/>
          <p:nvPr/>
        </p:nvSpPr>
        <p:spPr>
          <a:xfrm>
            <a:off x="4898537" y="6100"/>
            <a:ext cx="1059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7" name="Google Shape;197;p7"/>
          <p:cNvSpPr/>
          <p:nvPr/>
        </p:nvSpPr>
        <p:spPr>
          <a:xfrm>
            <a:off x="5962868" y="6100"/>
            <a:ext cx="2115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8" name="Google Shape;198;p7"/>
          <p:cNvSpPr/>
          <p:nvPr/>
        </p:nvSpPr>
        <p:spPr>
          <a:xfrm>
            <a:off x="8077928" y="6100"/>
            <a:ext cx="1059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9" name="Google Shape;199;p7"/>
          <p:cNvSpPr/>
          <p:nvPr/>
        </p:nvSpPr>
        <p:spPr>
          <a:xfrm>
            <a:off x="3063300" y="6100"/>
            <a:ext cx="18354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0" name="Google Shape;200;p7"/>
          <p:cNvSpPr/>
          <p:nvPr>
            <p:ph idx="2" type="pic"/>
          </p:nvPr>
        </p:nvSpPr>
        <p:spPr>
          <a:xfrm>
            <a:off x="228425" y="1992125"/>
            <a:ext cx="1444500" cy="1451400"/>
          </a:xfrm>
          <a:prstGeom prst="rect">
            <a:avLst/>
          </a:prstGeom>
          <a:noFill/>
          <a:ln>
            <a:noFill/>
          </a:ln>
        </p:spPr>
      </p:sp>
      <p:sp>
        <p:nvSpPr>
          <p:cNvPr id="201" name="Google Shape;201;p7"/>
          <p:cNvSpPr/>
          <p:nvPr>
            <p:ph idx="3" type="pic"/>
          </p:nvPr>
        </p:nvSpPr>
        <p:spPr>
          <a:xfrm>
            <a:off x="2039088" y="1992125"/>
            <a:ext cx="1444500" cy="1451400"/>
          </a:xfrm>
          <a:prstGeom prst="rect">
            <a:avLst/>
          </a:prstGeom>
          <a:noFill/>
          <a:ln>
            <a:noFill/>
          </a:ln>
        </p:spPr>
      </p:sp>
      <p:sp>
        <p:nvSpPr>
          <p:cNvPr id="202" name="Google Shape;202;p7"/>
          <p:cNvSpPr/>
          <p:nvPr>
            <p:ph idx="4" type="pic"/>
          </p:nvPr>
        </p:nvSpPr>
        <p:spPr>
          <a:xfrm>
            <a:off x="3849663" y="1992125"/>
            <a:ext cx="1444500" cy="1451400"/>
          </a:xfrm>
          <a:prstGeom prst="rect">
            <a:avLst/>
          </a:prstGeom>
          <a:noFill/>
          <a:ln>
            <a:noFill/>
          </a:ln>
        </p:spPr>
      </p:sp>
      <p:sp>
        <p:nvSpPr>
          <p:cNvPr id="203" name="Google Shape;203;p7"/>
          <p:cNvSpPr/>
          <p:nvPr>
            <p:ph idx="5" type="pic"/>
          </p:nvPr>
        </p:nvSpPr>
        <p:spPr>
          <a:xfrm>
            <a:off x="5660238" y="1992125"/>
            <a:ext cx="1444500" cy="1451400"/>
          </a:xfrm>
          <a:prstGeom prst="rect">
            <a:avLst/>
          </a:prstGeom>
          <a:noFill/>
          <a:ln>
            <a:noFill/>
          </a:ln>
        </p:spPr>
      </p:sp>
      <p:sp>
        <p:nvSpPr>
          <p:cNvPr id="204" name="Google Shape;204;p7"/>
          <p:cNvSpPr/>
          <p:nvPr>
            <p:ph idx="6" type="pic"/>
          </p:nvPr>
        </p:nvSpPr>
        <p:spPr>
          <a:xfrm>
            <a:off x="7470738" y="1992125"/>
            <a:ext cx="1444500" cy="1451400"/>
          </a:xfrm>
          <a:prstGeom prst="rect">
            <a:avLst/>
          </a:prstGeom>
          <a:noFill/>
          <a:ln>
            <a:noFill/>
          </a:ln>
        </p:spPr>
      </p:sp>
      <p:sp>
        <p:nvSpPr>
          <p:cNvPr id="205" name="Google Shape;205;p7"/>
          <p:cNvSpPr txBox="1"/>
          <p:nvPr>
            <p:ph idx="1" type="subTitle"/>
          </p:nvPr>
        </p:nvSpPr>
        <p:spPr>
          <a:xfrm>
            <a:off x="326700"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06" name="Google Shape;206;p7"/>
          <p:cNvSpPr txBox="1"/>
          <p:nvPr>
            <p:ph idx="7" type="subTitle"/>
          </p:nvPr>
        </p:nvSpPr>
        <p:spPr>
          <a:xfrm>
            <a:off x="326700"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07" name="Google Shape;207;p7"/>
          <p:cNvSpPr txBox="1"/>
          <p:nvPr>
            <p:ph idx="8" type="subTitle"/>
          </p:nvPr>
        </p:nvSpPr>
        <p:spPr>
          <a:xfrm>
            <a:off x="212516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None/>
              <a:defRPr b="1" sz="10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08" name="Google Shape;208;p7"/>
          <p:cNvSpPr txBox="1"/>
          <p:nvPr>
            <p:ph idx="9" type="subTitle"/>
          </p:nvPr>
        </p:nvSpPr>
        <p:spPr>
          <a:xfrm>
            <a:off x="212516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09" name="Google Shape;209;p7"/>
          <p:cNvSpPr txBox="1"/>
          <p:nvPr>
            <p:ph idx="13" type="subTitle"/>
          </p:nvPr>
        </p:nvSpPr>
        <p:spPr>
          <a:xfrm>
            <a:off x="393566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10" name="Google Shape;210;p7"/>
          <p:cNvSpPr txBox="1"/>
          <p:nvPr>
            <p:ph idx="14" type="subTitle"/>
          </p:nvPr>
        </p:nvSpPr>
        <p:spPr>
          <a:xfrm>
            <a:off x="393566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11" name="Google Shape;211;p7"/>
          <p:cNvSpPr txBox="1"/>
          <p:nvPr>
            <p:ph idx="15" type="subTitle"/>
          </p:nvPr>
        </p:nvSpPr>
        <p:spPr>
          <a:xfrm>
            <a:off x="5746188"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12" name="Google Shape;212;p7"/>
          <p:cNvSpPr txBox="1"/>
          <p:nvPr>
            <p:ph idx="16" type="subTitle"/>
          </p:nvPr>
        </p:nvSpPr>
        <p:spPr>
          <a:xfrm>
            <a:off x="5746188"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13" name="Google Shape;213;p7"/>
          <p:cNvSpPr txBox="1"/>
          <p:nvPr>
            <p:ph idx="17" type="subTitle"/>
          </p:nvPr>
        </p:nvSpPr>
        <p:spPr>
          <a:xfrm>
            <a:off x="755671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14" name="Google Shape;214;p7"/>
          <p:cNvSpPr txBox="1"/>
          <p:nvPr>
            <p:ph idx="18" type="subTitle"/>
          </p:nvPr>
        </p:nvSpPr>
        <p:spPr>
          <a:xfrm>
            <a:off x="755671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15" name="Google Shape;215;p7"/>
          <p:cNvSpPr txBox="1"/>
          <p:nvPr>
            <p:ph idx="19" type="body"/>
          </p:nvPr>
        </p:nvSpPr>
        <p:spPr>
          <a:xfrm>
            <a:off x="228675"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16" name="Google Shape;216;p7"/>
          <p:cNvSpPr txBox="1"/>
          <p:nvPr>
            <p:ph idx="20" type="body"/>
          </p:nvPr>
        </p:nvSpPr>
        <p:spPr>
          <a:xfrm>
            <a:off x="2039100"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17" name="Google Shape;217;p7"/>
          <p:cNvSpPr txBox="1"/>
          <p:nvPr>
            <p:ph idx="21" type="body"/>
          </p:nvPr>
        </p:nvSpPr>
        <p:spPr>
          <a:xfrm>
            <a:off x="3849525" y="3618600"/>
            <a:ext cx="1444500" cy="1065000"/>
          </a:xfrm>
          <a:prstGeom prst="rect">
            <a:avLst/>
          </a:prstGeom>
        </p:spPr>
        <p:txBody>
          <a:bodyPr anchorCtr="0" anchor="t" bIns="91425" lIns="0" spcFirstLastPara="1" rIns="91425" wrap="square" tIns="0">
            <a:sp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Char char="○"/>
              <a:defRPr sz="800"/>
            </a:lvl2pPr>
            <a:lvl3pPr indent="-279400" lvl="2" marL="1371600">
              <a:lnSpc>
                <a:spcPct val="100000"/>
              </a:lnSpc>
              <a:spcBef>
                <a:spcPts val="0"/>
              </a:spcBef>
              <a:spcAft>
                <a:spcPts val="0"/>
              </a:spcAft>
              <a:buSzPts val="800"/>
              <a:buChar char="■"/>
              <a:defRPr sz="800"/>
            </a:lvl3pPr>
            <a:lvl4pPr indent="-279400" lvl="3" marL="1828800">
              <a:lnSpc>
                <a:spcPct val="100000"/>
              </a:lnSpc>
              <a:spcBef>
                <a:spcPts val="0"/>
              </a:spcBef>
              <a:spcAft>
                <a:spcPts val="0"/>
              </a:spcAft>
              <a:buSzPts val="800"/>
              <a:buChar char="●"/>
              <a:defRPr sz="800"/>
            </a:lvl4pPr>
            <a:lvl5pPr indent="-279400" lvl="4" marL="2286000">
              <a:lnSpc>
                <a:spcPct val="100000"/>
              </a:lnSpc>
              <a:spcBef>
                <a:spcPts val="0"/>
              </a:spcBef>
              <a:spcAft>
                <a:spcPts val="0"/>
              </a:spcAft>
              <a:buSzPts val="800"/>
              <a:buChar char="○"/>
              <a:defRPr sz="800"/>
            </a:lvl5pPr>
            <a:lvl6pPr indent="-279400" lvl="5" marL="2743200">
              <a:lnSpc>
                <a:spcPct val="100000"/>
              </a:lnSpc>
              <a:spcBef>
                <a:spcPts val="0"/>
              </a:spcBef>
              <a:spcAft>
                <a:spcPts val="0"/>
              </a:spcAft>
              <a:buSzPts val="800"/>
              <a:buChar char="■"/>
              <a:defRPr sz="800"/>
            </a:lvl6pPr>
            <a:lvl7pPr indent="-279400" lvl="6" marL="3200400">
              <a:lnSpc>
                <a:spcPct val="100000"/>
              </a:lnSpc>
              <a:spcBef>
                <a:spcPts val="0"/>
              </a:spcBef>
              <a:spcAft>
                <a:spcPts val="0"/>
              </a:spcAft>
              <a:buSzPts val="800"/>
              <a:buChar char="●"/>
              <a:defRPr sz="800"/>
            </a:lvl7pPr>
            <a:lvl8pPr indent="-279400" lvl="7" marL="3657600">
              <a:lnSpc>
                <a:spcPct val="100000"/>
              </a:lnSpc>
              <a:spcBef>
                <a:spcPts val="0"/>
              </a:spcBef>
              <a:spcAft>
                <a:spcPts val="0"/>
              </a:spcAft>
              <a:buSzPts val="800"/>
              <a:buChar char="○"/>
              <a:defRPr sz="800"/>
            </a:lvl8pPr>
            <a:lvl9pPr indent="-279400" lvl="8" marL="4114800">
              <a:lnSpc>
                <a:spcPct val="100000"/>
              </a:lnSpc>
              <a:spcBef>
                <a:spcPts val="0"/>
              </a:spcBef>
              <a:spcAft>
                <a:spcPts val="0"/>
              </a:spcAft>
              <a:buSzPts val="800"/>
              <a:buChar char="■"/>
              <a:defRPr sz="800"/>
            </a:lvl9pPr>
          </a:lstStyle>
          <a:p/>
        </p:txBody>
      </p:sp>
      <p:sp>
        <p:nvSpPr>
          <p:cNvPr id="218" name="Google Shape;218;p7"/>
          <p:cNvSpPr txBox="1"/>
          <p:nvPr>
            <p:ph idx="22" type="body"/>
          </p:nvPr>
        </p:nvSpPr>
        <p:spPr>
          <a:xfrm>
            <a:off x="5659950"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19" name="Google Shape;219;p7"/>
          <p:cNvSpPr txBox="1"/>
          <p:nvPr>
            <p:ph idx="23" type="body"/>
          </p:nvPr>
        </p:nvSpPr>
        <p:spPr>
          <a:xfrm>
            <a:off x="7470375"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BLANK_1_1_1_1">
    <p:spTree>
      <p:nvGrpSpPr>
        <p:cNvPr id="220" name="Shape 220"/>
        <p:cNvGrpSpPr/>
        <p:nvPr/>
      </p:nvGrpSpPr>
      <p:grpSpPr>
        <a:xfrm>
          <a:off x="0" y="0"/>
          <a:ext cx="0" cy="0"/>
          <a:chOff x="0" y="0"/>
          <a:chExt cx="0" cy="0"/>
        </a:xfrm>
      </p:grpSpPr>
      <p:sp>
        <p:nvSpPr>
          <p:cNvPr id="221" name="Google Shape;221;p8"/>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locks">
  <p:cSld name="BLANK_1_1_1_1_3">
    <p:spTree>
      <p:nvGrpSpPr>
        <p:cNvPr id="222" name="Shape 222"/>
        <p:cNvGrpSpPr/>
        <p:nvPr/>
      </p:nvGrpSpPr>
      <p:grpSpPr>
        <a:xfrm>
          <a:off x="0" y="0"/>
          <a:ext cx="0" cy="0"/>
          <a:chOff x="0" y="0"/>
          <a:chExt cx="0" cy="0"/>
        </a:xfrm>
      </p:grpSpPr>
      <p:sp>
        <p:nvSpPr>
          <p:cNvPr id="223" name="Google Shape;223;p9"/>
          <p:cNvSpPr txBox="1"/>
          <p:nvPr>
            <p:ph idx="1" type="subTitle"/>
          </p:nvPr>
        </p:nvSpPr>
        <p:spPr>
          <a:xfrm>
            <a:off x="424600"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24" name="Google Shape;224;p9"/>
          <p:cNvSpPr txBox="1"/>
          <p:nvPr>
            <p:ph idx="2" type="body"/>
          </p:nvPr>
        </p:nvSpPr>
        <p:spPr>
          <a:xfrm>
            <a:off x="424600"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25" name="Google Shape;225;p9"/>
          <p:cNvSpPr txBox="1"/>
          <p:nvPr>
            <p:ph idx="3" type="subTitle"/>
          </p:nvPr>
        </p:nvSpPr>
        <p:spPr>
          <a:xfrm>
            <a:off x="3329688"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26" name="Google Shape;226;p9"/>
          <p:cNvSpPr txBox="1"/>
          <p:nvPr>
            <p:ph idx="4" type="body"/>
          </p:nvPr>
        </p:nvSpPr>
        <p:spPr>
          <a:xfrm>
            <a:off x="3329688"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27" name="Google Shape;227;p9"/>
          <p:cNvSpPr txBox="1"/>
          <p:nvPr>
            <p:ph idx="5" type="subTitle"/>
          </p:nvPr>
        </p:nvSpPr>
        <p:spPr>
          <a:xfrm>
            <a:off x="6237091"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28" name="Google Shape;228;p9"/>
          <p:cNvSpPr txBox="1"/>
          <p:nvPr>
            <p:ph idx="6" type="body"/>
          </p:nvPr>
        </p:nvSpPr>
        <p:spPr>
          <a:xfrm>
            <a:off x="6237091"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29" name="Google Shape;229;p9"/>
          <p:cNvSpPr txBox="1"/>
          <p:nvPr>
            <p:ph type="title"/>
          </p:nvPr>
        </p:nvSpPr>
        <p:spPr>
          <a:xfrm>
            <a:off x="228600" y="420025"/>
            <a:ext cx="48177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30" name="Google Shape;230;p9"/>
          <p:cNvSpPr txBox="1"/>
          <p:nvPr>
            <p:ph idx="7" type="subTitle"/>
          </p:nvPr>
        </p:nvSpPr>
        <p:spPr>
          <a:xfrm>
            <a:off x="424600" y="3474395"/>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31" name="Google Shape;231;p9"/>
          <p:cNvSpPr txBox="1"/>
          <p:nvPr>
            <p:ph idx="8" type="body"/>
          </p:nvPr>
        </p:nvSpPr>
        <p:spPr>
          <a:xfrm>
            <a:off x="424600" y="3724325"/>
            <a:ext cx="3718800" cy="4146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32" name="Google Shape;232;p9"/>
          <p:cNvSpPr txBox="1"/>
          <p:nvPr>
            <p:ph idx="9" type="subTitle"/>
          </p:nvPr>
        </p:nvSpPr>
        <p:spPr>
          <a:xfrm>
            <a:off x="4815675" y="3474395"/>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33" name="Google Shape;233;p9"/>
          <p:cNvSpPr txBox="1"/>
          <p:nvPr>
            <p:ph idx="13" type="body"/>
          </p:nvPr>
        </p:nvSpPr>
        <p:spPr>
          <a:xfrm>
            <a:off x="4815675" y="3724325"/>
            <a:ext cx="3718800" cy="4146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s">
  <p:cSld name="BLANK_1_1_1_1_2">
    <p:spTree>
      <p:nvGrpSpPr>
        <p:cNvPr id="234" name="Shape 234"/>
        <p:cNvGrpSpPr/>
        <p:nvPr/>
      </p:nvGrpSpPr>
      <p:grpSpPr>
        <a:xfrm>
          <a:off x="0" y="0"/>
          <a:ext cx="0" cy="0"/>
          <a:chOff x="0" y="0"/>
          <a:chExt cx="0" cy="0"/>
        </a:xfrm>
      </p:grpSpPr>
      <p:sp>
        <p:nvSpPr>
          <p:cNvPr id="235" name="Google Shape;235;p10"/>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36" name="Google Shape;236;p10"/>
          <p:cNvSpPr/>
          <p:nvPr>
            <p:ph idx="2" type="pic"/>
          </p:nvPr>
        </p:nvSpPr>
        <p:spPr>
          <a:xfrm>
            <a:off x="1446025" y="1291825"/>
            <a:ext cx="1232400" cy="1283100"/>
          </a:xfrm>
          <a:prstGeom prst="snip1Rect">
            <a:avLst>
              <a:gd fmla="val 44296" name="adj"/>
            </a:avLst>
          </a:prstGeom>
          <a:noFill/>
          <a:ln>
            <a:noFill/>
          </a:ln>
        </p:spPr>
      </p:sp>
      <p:sp>
        <p:nvSpPr>
          <p:cNvPr id="237" name="Google Shape;237;p10"/>
          <p:cNvSpPr/>
          <p:nvPr>
            <p:ph idx="3" type="pic"/>
          </p:nvPr>
        </p:nvSpPr>
        <p:spPr>
          <a:xfrm>
            <a:off x="6526650" y="1291825"/>
            <a:ext cx="1232400" cy="1283100"/>
          </a:xfrm>
          <a:prstGeom prst="snip1Rect">
            <a:avLst>
              <a:gd fmla="val 44296" name="adj"/>
            </a:avLst>
          </a:prstGeom>
          <a:noFill/>
          <a:ln>
            <a:noFill/>
          </a:ln>
        </p:spPr>
      </p:sp>
      <p:sp>
        <p:nvSpPr>
          <p:cNvPr id="238" name="Google Shape;238;p10"/>
          <p:cNvSpPr/>
          <p:nvPr>
            <p:ph idx="4" type="pic"/>
          </p:nvPr>
        </p:nvSpPr>
        <p:spPr>
          <a:xfrm>
            <a:off x="3982125" y="2570200"/>
            <a:ext cx="1232400" cy="1292100"/>
          </a:xfrm>
          <a:prstGeom prst="snip1Rect">
            <a:avLst>
              <a:gd fmla="val 44296" name="adj"/>
            </a:avLst>
          </a:prstGeom>
          <a:noFill/>
          <a:ln>
            <a:noFill/>
          </a:ln>
        </p:spPr>
      </p:sp>
      <p:sp>
        <p:nvSpPr>
          <p:cNvPr id="239" name="Google Shape;239;p10"/>
          <p:cNvSpPr txBox="1"/>
          <p:nvPr>
            <p:ph idx="1" type="subTitle"/>
          </p:nvPr>
        </p:nvSpPr>
        <p:spPr>
          <a:xfrm>
            <a:off x="228477" y="2667425"/>
            <a:ext cx="19473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200"/>
              <a:buFont typeface="Red Hat Display"/>
              <a:buNone/>
              <a:defRPr b="1" sz="12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40" name="Google Shape;240;p10"/>
          <p:cNvSpPr txBox="1"/>
          <p:nvPr>
            <p:ph idx="5" type="subTitle"/>
          </p:nvPr>
        </p:nvSpPr>
        <p:spPr>
          <a:xfrm>
            <a:off x="228475" y="3167625"/>
            <a:ext cx="2195100" cy="690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41" name="Google Shape;241;p10"/>
          <p:cNvSpPr txBox="1"/>
          <p:nvPr>
            <p:ph idx="6" type="subTitle"/>
          </p:nvPr>
        </p:nvSpPr>
        <p:spPr>
          <a:xfrm>
            <a:off x="2833342" y="3971788"/>
            <a:ext cx="1947300" cy="301500"/>
          </a:xfrm>
          <a:prstGeom prst="rect">
            <a:avLst/>
          </a:prstGeom>
        </p:spPr>
        <p:txBody>
          <a:bodyPr anchorCtr="0" anchor="b" bIns="0" lIns="0" spcFirstLastPara="1" rIns="91425" wrap="square" tIns="91425">
            <a:noAutofit/>
          </a:bodyPr>
          <a:lstStyle>
            <a:lvl1pPr lvl="0">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2" name="Google Shape;242;p10"/>
          <p:cNvSpPr txBox="1"/>
          <p:nvPr>
            <p:ph idx="7" type="subTitle"/>
          </p:nvPr>
        </p:nvSpPr>
        <p:spPr>
          <a:xfrm>
            <a:off x="2833350" y="4471996"/>
            <a:ext cx="2195100" cy="440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43" name="Google Shape;243;p10"/>
          <p:cNvSpPr txBox="1"/>
          <p:nvPr>
            <p:ph idx="8" type="subTitle"/>
          </p:nvPr>
        </p:nvSpPr>
        <p:spPr>
          <a:xfrm>
            <a:off x="5382242" y="2686145"/>
            <a:ext cx="19473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200"/>
              <a:buFont typeface="Red Hat Display"/>
              <a:buNone/>
              <a:defRPr b="1" sz="12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44" name="Google Shape;244;p10"/>
          <p:cNvSpPr txBox="1"/>
          <p:nvPr>
            <p:ph idx="9" type="subTitle"/>
          </p:nvPr>
        </p:nvSpPr>
        <p:spPr>
          <a:xfrm>
            <a:off x="5382250" y="3186352"/>
            <a:ext cx="2195100" cy="440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45" name="Google Shape;245;p10"/>
          <p:cNvSpPr txBox="1"/>
          <p:nvPr>
            <p:ph idx="13" type="subTitle"/>
          </p:nvPr>
        </p:nvSpPr>
        <p:spPr>
          <a:xfrm>
            <a:off x="2418550" y="2576525"/>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
        <p:nvSpPr>
          <p:cNvPr id="246" name="Google Shape;246;p10"/>
          <p:cNvSpPr txBox="1"/>
          <p:nvPr>
            <p:ph idx="14" type="subTitle"/>
          </p:nvPr>
        </p:nvSpPr>
        <p:spPr>
          <a:xfrm>
            <a:off x="4958025" y="3866186"/>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
        <p:nvSpPr>
          <p:cNvPr id="247" name="Google Shape;247;p10"/>
          <p:cNvSpPr txBox="1"/>
          <p:nvPr>
            <p:ph idx="15" type="subTitle"/>
          </p:nvPr>
        </p:nvSpPr>
        <p:spPr>
          <a:xfrm>
            <a:off x="7502550" y="2578054"/>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ards">
  <p:cSld name="CUSTOM_2">
    <p:spTree>
      <p:nvGrpSpPr>
        <p:cNvPr id="248" name="Shape 248"/>
        <p:cNvGrpSpPr/>
        <p:nvPr/>
      </p:nvGrpSpPr>
      <p:grpSpPr>
        <a:xfrm>
          <a:off x="0" y="0"/>
          <a:ext cx="0" cy="0"/>
          <a:chOff x="0" y="0"/>
          <a:chExt cx="0" cy="0"/>
        </a:xfrm>
      </p:grpSpPr>
      <p:pic>
        <p:nvPicPr>
          <p:cNvPr id="249" name="Google Shape;249;p11"/>
          <p:cNvPicPr preferRelativeResize="0"/>
          <p:nvPr/>
        </p:nvPicPr>
        <p:blipFill rotWithShape="1">
          <a:blip r:embed="rId2">
            <a:alphaModFix/>
          </a:blip>
          <a:srcRect b="7467" l="0" r="17931" t="6703"/>
          <a:stretch/>
        </p:blipFill>
        <p:spPr>
          <a:xfrm>
            <a:off x="5425450" y="0"/>
            <a:ext cx="3718549" cy="4097924"/>
          </a:xfrm>
          <a:prstGeom prst="rect">
            <a:avLst/>
          </a:prstGeom>
          <a:noFill/>
          <a:ln>
            <a:noFill/>
          </a:ln>
        </p:spPr>
      </p:pic>
      <p:sp>
        <p:nvSpPr>
          <p:cNvPr id="250" name="Google Shape;250;p11"/>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51" name="Google Shape;251;p11"/>
          <p:cNvSpPr txBox="1"/>
          <p:nvPr>
            <p:ph idx="1" type="subTitle"/>
          </p:nvPr>
        </p:nvSpPr>
        <p:spPr>
          <a:xfrm>
            <a:off x="54052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252" name="Google Shape;252;p11"/>
          <p:cNvSpPr txBox="1"/>
          <p:nvPr>
            <p:ph idx="2" type="subTitle"/>
          </p:nvPr>
        </p:nvSpPr>
        <p:spPr>
          <a:xfrm>
            <a:off x="54052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53" name="Google Shape;253;p11"/>
          <p:cNvSpPr txBox="1"/>
          <p:nvPr>
            <p:ph idx="3" type="subTitle"/>
          </p:nvPr>
        </p:nvSpPr>
        <p:spPr>
          <a:xfrm>
            <a:off x="346657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SzPts val="1000"/>
              <a:buFont typeface="Red Hat Display"/>
              <a:buNone/>
              <a:defRPr sz="1000"/>
            </a:lvl1pPr>
            <a:lvl2pPr lvl="1">
              <a:lnSpc>
                <a:spcPct val="115000"/>
              </a:lnSpc>
              <a:spcBef>
                <a:spcPts val="0"/>
              </a:spcBef>
              <a:spcAft>
                <a:spcPts val="0"/>
              </a:spcAft>
              <a:buSzPts val="1200"/>
              <a:buFont typeface="Red Hat Display"/>
              <a:buNone/>
              <a:defRPr sz="1200"/>
            </a:lvl2pPr>
            <a:lvl3pPr lvl="2">
              <a:lnSpc>
                <a:spcPct val="115000"/>
              </a:lnSpc>
              <a:spcBef>
                <a:spcPts val="0"/>
              </a:spcBef>
              <a:spcAft>
                <a:spcPts val="0"/>
              </a:spcAft>
              <a:buSzPts val="1200"/>
              <a:buFont typeface="Red Hat Display"/>
              <a:buNone/>
              <a:defRPr sz="1200"/>
            </a:lvl3pPr>
            <a:lvl4pPr lvl="3">
              <a:lnSpc>
                <a:spcPct val="115000"/>
              </a:lnSpc>
              <a:spcBef>
                <a:spcPts val="0"/>
              </a:spcBef>
              <a:spcAft>
                <a:spcPts val="0"/>
              </a:spcAft>
              <a:buSzPts val="1200"/>
              <a:buFont typeface="Red Hat Display"/>
              <a:buNone/>
              <a:defRPr sz="1200"/>
            </a:lvl4pPr>
            <a:lvl5pPr lvl="4">
              <a:lnSpc>
                <a:spcPct val="115000"/>
              </a:lnSpc>
              <a:spcBef>
                <a:spcPts val="0"/>
              </a:spcBef>
              <a:spcAft>
                <a:spcPts val="0"/>
              </a:spcAft>
              <a:buSzPts val="1200"/>
              <a:buFont typeface="Red Hat Display"/>
              <a:buNone/>
              <a:defRPr sz="1200"/>
            </a:lvl5pPr>
            <a:lvl6pPr lvl="5">
              <a:lnSpc>
                <a:spcPct val="115000"/>
              </a:lnSpc>
              <a:spcBef>
                <a:spcPts val="0"/>
              </a:spcBef>
              <a:spcAft>
                <a:spcPts val="0"/>
              </a:spcAft>
              <a:buSzPts val="1200"/>
              <a:buFont typeface="Red Hat Display"/>
              <a:buNone/>
              <a:defRPr sz="1200"/>
            </a:lvl6pPr>
            <a:lvl7pPr lvl="6">
              <a:lnSpc>
                <a:spcPct val="115000"/>
              </a:lnSpc>
              <a:spcBef>
                <a:spcPts val="0"/>
              </a:spcBef>
              <a:spcAft>
                <a:spcPts val="0"/>
              </a:spcAft>
              <a:buSzPts val="1200"/>
              <a:buFont typeface="Red Hat Display"/>
              <a:buNone/>
              <a:defRPr sz="1200"/>
            </a:lvl7pPr>
            <a:lvl8pPr lvl="7">
              <a:lnSpc>
                <a:spcPct val="115000"/>
              </a:lnSpc>
              <a:spcBef>
                <a:spcPts val="0"/>
              </a:spcBef>
              <a:spcAft>
                <a:spcPts val="0"/>
              </a:spcAft>
              <a:buSzPts val="1200"/>
              <a:buFont typeface="Red Hat Display"/>
              <a:buNone/>
              <a:defRPr sz="1200"/>
            </a:lvl8pPr>
            <a:lvl9pPr lvl="8">
              <a:lnSpc>
                <a:spcPct val="115000"/>
              </a:lnSpc>
              <a:spcBef>
                <a:spcPts val="0"/>
              </a:spcBef>
              <a:spcAft>
                <a:spcPts val="0"/>
              </a:spcAft>
              <a:buSzPts val="1200"/>
              <a:buFont typeface="Red Hat Display"/>
              <a:buNone/>
              <a:defRPr sz="1200"/>
            </a:lvl9pPr>
          </a:lstStyle>
          <a:p/>
        </p:txBody>
      </p:sp>
      <p:sp>
        <p:nvSpPr>
          <p:cNvPr id="254" name="Google Shape;254;p11"/>
          <p:cNvSpPr txBox="1"/>
          <p:nvPr>
            <p:ph idx="4" type="subTitle"/>
          </p:nvPr>
        </p:nvSpPr>
        <p:spPr>
          <a:xfrm>
            <a:off x="346657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55" name="Google Shape;255;p11"/>
          <p:cNvSpPr txBox="1"/>
          <p:nvPr>
            <p:ph idx="5" type="subTitle"/>
          </p:nvPr>
        </p:nvSpPr>
        <p:spPr>
          <a:xfrm>
            <a:off x="639262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256" name="Google Shape;256;p11"/>
          <p:cNvSpPr txBox="1"/>
          <p:nvPr>
            <p:ph idx="6" type="subTitle"/>
          </p:nvPr>
        </p:nvSpPr>
        <p:spPr>
          <a:xfrm>
            <a:off x="639262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w/ 3 ideas">
  <p:cSld name="CUSTOM_3">
    <p:spTree>
      <p:nvGrpSpPr>
        <p:cNvPr id="257" name="Shape 257"/>
        <p:cNvGrpSpPr/>
        <p:nvPr/>
      </p:nvGrpSpPr>
      <p:grpSpPr>
        <a:xfrm>
          <a:off x="0" y="0"/>
          <a:ext cx="0" cy="0"/>
          <a:chOff x="0" y="0"/>
          <a:chExt cx="0" cy="0"/>
        </a:xfrm>
      </p:grpSpPr>
      <p:pic>
        <p:nvPicPr>
          <p:cNvPr id="258" name="Google Shape;258;p12"/>
          <p:cNvPicPr preferRelativeResize="0"/>
          <p:nvPr/>
        </p:nvPicPr>
        <p:blipFill rotWithShape="1">
          <a:blip r:embed="rId2">
            <a:alphaModFix/>
          </a:blip>
          <a:srcRect b="15068" l="14900" r="18070" t="15235"/>
          <a:stretch/>
        </p:blipFill>
        <p:spPr>
          <a:xfrm>
            <a:off x="2750850" y="1538351"/>
            <a:ext cx="1791900" cy="2175997"/>
          </a:xfrm>
          <a:prstGeom prst="rect">
            <a:avLst/>
          </a:prstGeom>
          <a:noFill/>
          <a:ln>
            <a:noFill/>
          </a:ln>
        </p:spPr>
      </p:pic>
      <p:sp>
        <p:nvSpPr>
          <p:cNvPr id="259" name="Google Shape;259;p12"/>
          <p:cNvSpPr/>
          <p:nvPr/>
        </p:nvSpPr>
        <p:spPr>
          <a:xfrm rot="10800000">
            <a:off x="2020350" y="3151875"/>
            <a:ext cx="2509500" cy="1216800"/>
          </a:xfrm>
          <a:prstGeom prst="roundRect">
            <a:avLst>
              <a:gd fmla="val 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700">
              <a:solidFill>
                <a:schemeClr val="lt1"/>
              </a:solidFill>
              <a:latin typeface="Red Hat Display"/>
              <a:ea typeface="Red Hat Display"/>
              <a:cs typeface="Red Hat Display"/>
              <a:sym typeface="Red Hat Display"/>
            </a:endParaRPr>
          </a:p>
        </p:txBody>
      </p:sp>
      <p:sp>
        <p:nvSpPr>
          <p:cNvPr id="260" name="Google Shape;260;p12"/>
          <p:cNvSpPr txBox="1"/>
          <p:nvPr>
            <p:ph type="title"/>
          </p:nvPr>
        </p:nvSpPr>
        <p:spPr>
          <a:xfrm>
            <a:off x="228600" y="420025"/>
            <a:ext cx="4296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61" name="Google Shape;261;p12"/>
          <p:cNvSpPr/>
          <p:nvPr>
            <p:ph idx="2" type="pic"/>
          </p:nvPr>
        </p:nvSpPr>
        <p:spPr>
          <a:xfrm>
            <a:off x="228425" y="2450950"/>
            <a:ext cx="1791900" cy="1917600"/>
          </a:xfrm>
          <a:prstGeom prst="rect">
            <a:avLst/>
          </a:prstGeom>
          <a:noFill/>
          <a:ln>
            <a:noFill/>
          </a:ln>
        </p:spPr>
      </p:sp>
      <p:sp>
        <p:nvSpPr>
          <p:cNvPr id="262" name="Google Shape;262;p12"/>
          <p:cNvSpPr txBox="1"/>
          <p:nvPr>
            <p:ph idx="1" type="subTitle"/>
          </p:nvPr>
        </p:nvSpPr>
        <p:spPr>
          <a:xfrm>
            <a:off x="2150204" y="3212736"/>
            <a:ext cx="16365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None/>
              <a:defRPr b="1" sz="12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63" name="Google Shape;263;p12"/>
          <p:cNvSpPr txBox="1"/>
          <p:nvPr>
            <p:ph idx="3" type="subTitle"/>
          </p:nvPr>
        </p:nvSpPr>
        <p:spPr>
          <a:xfrm>
            <a:off x="2150200" y="3668125"/>
            <a:ext cx="22611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64" name="Google Shape;264;p12"/>
          <p:cNvSpPr txBox="1"/>
          <p:nvPr>
            <p:ph idx="4" type="subTitle"/>
          </p:nvPr>
        </p:nvSpPr>
        <p:spPr>
          <a:xfrm>
            <a:off x="6122828" y="399200"/>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65" name="Google Shape;265;p12"/>
          <p:cNvSpPr txBox="1"/>
          <p:nvPr>
            <p:ph idx="5" type="subTitle"/>
          </p:nvPr>
        </p:nvSpPr>
        <p:spPr>
          <a:xfrm>
            <a:off x="6122827" y="837400"/>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66" name="Google Shape;266;p12"/>
          <p:cNvSpPr txBox="1"/>
          <p:nvPr>
            <p:ph idx="6" type="subTitle"/>
          </p:nvPr>
        </p:nvSpPr>
        <p:spPr>
          <a:xfrm>
            <a:off x="6122828" y="1964891"/>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67" name="Google Shape;267;p12"/>
          <p:cNvSpPr txBox="1"/>
          <p:nvPr>
            <p:ph idx="7" type="subTitle"/>
          </p:nvPr>
        </p:nvSpPr>
        <p:spPr>
          <a:xfrm>
            <a:off x="6122827" y="2403091"/>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68" name="Google Shape;268;p12"/>
          <p:cNvSpPr txBox="1"/>
          <p:nvPr>
            <p:ph idx="8" type="subTitle"/>
          </p:nvPr>
        </p:nvSpPr>
        <p:spPr>
          <a:xfrm>
            <a:off x="6122828" y="3532866"/>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69" name="Google Shape;269;p12"/>
          <p:cNvSpPr txBox="1"/>
          <p:nvPr>
            <p:ph idx="9" type="subTitle"/>
          </p:nvPr>
        </p:nvSpPr>
        <p:spPr>
          <a:xfrm>
            <a:off x="6122827" y="3971066"/>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ideas">
  <p:cSld name="CUSTOM_4">
    <p:spTree>
      <p:nvGrpSpPr>
        <p:cNvPr id="270" name="Shape 270"/>
        <p:cNvGrpSpPr/>
        <p:nvPr/>
      </p:nvGrpSpPr>
      <p:grpSpPr>
        <a:xfrm>
          <a:off x="0" y="0"/>
          <a:ext cx="0" cy="0"/>
          <a:chOff x="0" y="0"/>
          <a:chExt cx="0" cy="0"/>
        </a:xfrm>
      </p:grpSpPr>
      <p:sp>
        <p:nvSpPr>
          <p:cNvPr id="271" name="Google Shape;271;p13"/>
          <p:cNvSpPr txBox="1"/>
          <p:nvPr>
            <p:ph idx="1" type="subTitle"/>
          </p:nvPr>
        </p:nvSpPr>
        <p:spPr>
          <a:xfrm>
            <a:off x="4590850" y="2481900"/>
            <a:ext cx="1222800" cy="370500"/>
          </a:xfrm>
          <a:prstGeom prst="rect">
            <a:avLst/>
          </a:prstGeom>
        </p:spPr>
        <p:txBody>
          <a:bodyPr anchorCtr="0" anchor="ctr" bIns="0" lIns="0" spcFirstLastPara="1" rIns="91425" wrap="square" tIns="0">
            <a:noAutofit/>
          </a:bodyPr>
          <a:lstStyle>
            <a:lvl1pPr lvl="0" algn="ctr">
              <a:spcBef>
                <a:spcPts val="0"/>
              </a:spcBef>
              <a:spcAft>
                <a:spcPts val="0"/>
              </a:spcAft>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2" name="Google Shape;272;p13"/>
          <p:cNvSpPr txBox="1"/>
          <p:nvPr>
            <p:ph idx="2" type="subTitle"/>
          </p:nvPr>
        </p:nvSpPr>
        <p:spPr>
          <a:xfrm>
            <a:off x="4590850" y="3812700"/>
            <a:ext cx="1222800" cy="370500"/>
          </a:xfrm>
          <a:prstGeom prst="rect">
            <a:avLst/>
          </a:prstGeom>
        </p:spPr>
        <p:txBody>
          <a:bodyPr anchorCtr="0" anchor="t" bIns="0" lIns="0" spcFirstLastPara="1" rIns="91425" wrap="square" tIns="0">
            <a:noAutofit/>
          </a:bodyPr>
          <a:lstStyle>
            <a:lvl1pPr lvl="0" algn="ctr">
              <a:spcBef>
                <a:spcPts val="0"/>
              </a:spcBef>
              <a:spcAft>
                <a:spcPts val="0"/>
              </a:spcAft>
              <a:buClr>
                <a:schemeClr val="lt1"/>
              </a:buClr>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73" name="Google Shape;273;p13"/>
          <p:cNvSpPr txBox="1"/>
          <p:nvPr>
            <p:ph idx="3" type="subTitle"/>
          </p:nvPr>
        </p:nvSpPr>
        <p:spPr>
          <a:xfrm>
            <a:off x="4590850" y="1151100"/>
            <a:ext cx="1222800" cy="370500"/>
          </a:xfrm>
          <a:prstGeom prst="rect">
            <a:avLst/>
          </a:prstGeom>
        </p:spPr>
        <p:txBody>
          <a:bodyPr anchorCtr="0" anchor="t" bIns="0" lIns="0" spcFirstLastPara="1" rIns="91425" wrap="square" tIns="0">
            <a:noAutofit/>
          </a:bodyPr>
          <a:lstStyle>
            <a:lvl1pPr lvl="0" algn="ctr">
              <a:spcBef>
                <a:spcPts val="0"/>
              </a:spcBef>
              <a:spcAft>
                <a:spcPts val="0"/>
              </a:spcAft>
              <a:buClr>
                <a:schemeClr val="lt1"/>
              </a:buClr>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74" name="Google Shape;274;p13"/>
          <p:cNvSpPr txBox="1"/>
          <p:nvPr>
            <p:ph type="title"/>
          </p:nvPr>
        </p:nvSpPr>
        <p:spPr>
          <a:xfrm>
            <a:off x="228600" y="420025"/>
            <a:ext cx="2926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75" name="Google Shape;275;p13"/>
          <p:cNvSpPr/>
          <p:nvPr/>
        </p:nvSpPr>
        <p:spPr>
          <a:xfrm>
            <a:off x="3849550" y="11511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276" name="Google Shape;276;p13"/>
          <p:cNvSpPr/>
          <p:nvPr/>
        </p:nvSpPr>
        <p:spPr>
          <a:xfrm>
            <a:off x="3849550" y="24819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277" name="Google Shape;277;p13"/>
          <p:cNvSpPr/>
          <p:nvPr/>
        </p:nvSpPr>
        <p:spPr>
          <a:xfrm>
            <a:off x="3849550" y="-1797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278" name="Google Shape;278;p13"/>
          <p:cNvSpPr/>
          <p:nvPr/>
        </p:nvSpPr>
        <p:spPr>
          <a:xfrm>
            <a:off x="3849550" y="38127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279" name="Google Shape;279;p13"/>
          <p:cNvSpPr txBox="1"/>
          <p:nvPr>
            <p:ph idx="4" type="subTitle"/>
          </p:nvPr>
        </p:nvSpPr>
        <p:spPr>
          <a:xfrm>
            <a:off x="6080700" y="11999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80" name="Google Shape;280;p13"/>
          <p:cNvSpPr txBox="1"/>
          <p:nvPr>
            <p:ph idx="5" type="subTitle"/>
          </p:nvPr>
        </p:nvSpPr>
        <p:spPr>
          <a:xfrm>
            <a:off x="6080700" y="25307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81" name="Google Shape;281;p13"/>
          <p:cNvSpPr txBox="1"/>
          <p:nvPr>
            <p:ph idx="6" type="subTitle"/>
          </p:nvPr>
        </p:nvSpPr>
        <p:spPr>
          <a:xfrm>
            <a:off x="6080700" y="38615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umns w/ text">
  <p:cSld name="CUSTOM_5">
    <p:spTree>
      <p:nvGrpSpPr>
        <p:cNvPr id="282" name="Shape 282"/>
        <p:cNvGrpSpPr/>
        <p:nvPr/>
      </p:nvGrpSpPr>
      <p:grpSpPr>
        <a:xfrm>
          <a:off x="0" y="0"/>
          <a:ext cx="0" cy="0"/>
          <a:chOff x="0" y="0"/>
          <a:chExt cx="0" cy="0"/>
        </a:xfrm>
      </p:grpSpPr>
      <p:sp>
        <p:nvSpPr>
          <p:cNvPr id="283" name="Google Shape;283;p14"/>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84" name="Google Shape;284;p14"/>
          <p:cNvSpPr txBox="1"/>
          <p:nvPr>
            <p:ph idx="1" type="subTitle"/>
          </p:nvPr>
        </p:nvSpPr>
        <p:spPr>
          <a:xfrm>
            <a:off x="229525"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285" name="Google Shape;285;p14"/>
          <p:cNvSpPr txBox="1"/>
          <p:nvPr>
            <p:ph idx="2" type="subTitle"/>
          </p:nvPr>
        </p:nvSpPr>
        <p:spPr>
          <a:xfrm>
            <a:off x="2427475"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286" name="Google Shape;286;p14"/>
          <p:cNvSpPr txBox="1"/>
          <p:nvPr>
            <p:ph idx="3" type="subTitle"/>
          </p:nvPr>
        </p:nvSpPr>
        <p:spPr>
          <a:xfrm>
            <a:off x="4622700" y="1803875"/>
            <a:ext cx="1776300" cy="2907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None/>
              <a:defRPr>
                <a:solidFill>
                  <a:schemeClr val="dk2"/>
                </a:solidFill>
              </a:defRPr>
            </a:lvl2pPr>
            <a:lvl3pPr lvl="2" algn="ctr">
              <a:spcBef>
                <a:spcPts val="0"/>
              </a:spcBef>
              <a:spcAft>
                <a:spcPts val="0"/>
              </a:spcAft>
              <a:buClr>
                <a:schemeClr val="dk2"/>
              </a:buClr>
              <a:buSzPts val="1400"/>
              <a:buNone/>
              <a:defRPr>
                <a:solidFill>
                  <a:schemeClr val="dk2"/>
                </a:solidFill>
              </a:defRPr>
            </a:lvl3pPr>
            <a:lvl4pPr lvl="3" algn="ctr">
              <a:spcBef>
                <a:spcPts val="0"/>
              </a:spcBef>
              <a:spcAft>
                <a:spcPts val="0"/>
              </a:spcAft>
              <a:buClr>
                <a:schemeClr val="dk2"/>
              </a:buClr>
              <a:buSzPts val="1400"/>
              <a:buNone/>
              <a:defRPr>
                <a:solidFill>
                  <a:schemeClr val="dk2"/>
                </a:solidFill>
              </a:defRPr>
            </a:lvl4pPr>
            <a:lvl5pPr lvl="4" algn="ctr">
              <a:spcBef>
                <a:spcPts val="0"/>
              </a:spcBef>
              <a:spcAft>
                <a:spcPts val="0"/>
              </a:spcAft>
              <a:buClr>
                <a:schemeClr val="dk2"/>
              </a:buClr>
              <a:buSzPts val="1400"/>
              <a:buNone/>
              <a:defRPr>
                <a:solidFill>
                  <a:schemeClr val="dk2"/>
                </a:solidFill>
              </a:defRPr>
            </a:lvl5pPr>
            <a:lvl6pPr lvl="5" algn="ctr">
              <a:spcBef>
                <a:spcPts val="0"/>
              </a:spcBef>
              <a:spcAft>
                <a:spcPts val="0"/>
              </a:spcAft>
              <a:buClr>
                <a:schemeClr val="dk2"/>
              </a:buClr>
              <a:buSzPts val="1400"/>
              <a:buNone/>
              <a:defRPr>
                <a:solidFill>
                  <a:schemeClr val="dk2"/>
                </a:solidFill>
              </a:defRPr>
            </a:lvl6pPr>
            <a:lvl7pPr lvl="6" algn="ctr">
              <a:spcBef>
                <a:spcPts val="0"/>
              </a:spcBef>
              <a:spcAft>
                <a:spcPts val="0"/>
              </a:spcAft>
              <a:buClr>
                <a:schemeClr val="dk2"/>
              </a:buClr>
              <a:buSzPts val="1400"/>
              <a:buNone/>
              <a:defRPr>
                <a:solidFill>
                  <a:schemeClr val="dk2"/>
                </a:solidFill>
              </a:defRPr>
            </a:lvl7pPr>
            <a:lvl8pPr lvl="7" algn="ctr">
              <a:spcBef>
                <a:spcPts val="0"/>
              </a:spcBef>
              <a:spcAft>
                <a:spcPts val="0"/>
              </a:spcAft>
              <a:buClr>
                <a:schemeClr val="dk2"/>
              </a:buClr>
              <a:buSzPts val="1400"/>
              <a:buNone/>
              <a:defRPr>
                <a:solidFill>
                  <a:schemeClr val="dk2"/>
                </a:solidFill>
              </a:defRPr>
            </a:lvl8pPr>
            <a:lvl9pPr lvl="8" algn="ctr">
              <a:spcBef>
                <a:spcPts val="0"/>
              </a:spcBef>
              <a:spcAft>
                <a:spcPts val="0"/>
              </a:spcAft>
              <a:buClr>
                <a:schemeClr val="dk2"/>
              </a:buClr>
              <a:buSzPts val="1400"/>
              <a:buNone/>
              <a:defRPr>
                <a:solidFill>
                  <a:schemeClr val="dk2"/>
                </a:solidFill>
              </a:defRPr>
            </a:lvl9pPr>
          </a:lstStyle>
          <a:p/>
        </p:txBody>
      </p:sp>
      <p:sp>
        <p:nvSpPr>
          <p:cNvPr id="287" name="Google Shape;287;p14"/>
          <p:cNvSpPr txBox="1"/>
          <p:nvPr>
            <p:ph idx="4" type="subTitle"/>
          </p:nvPr>
        </p:nvSpPr>
        <p:spPr>
          <a:xfrm>
            <a:off x="6813656"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288" name="Google Shape;288;p14"/>
          <p:cNvSpPr txBox="1"/>
          <p:nvPr>
            <p:ph idx="5" type="body"/>
          </p:nvPr>
        </p:nvSpPr>
        <p:spPr>
          <a:xfrm>
            <a:off x="561325"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289" name="Google Shape;289;p14"/>
          <p:cNvSpPr txBox="1"/>
          <p:nvPr>
            <p:ph idx="6" type="body"/>
          </p:nvPr>
        </p:nvSpPr>
        <p:spPr>
          <a:xfrm>
            <a:off x="2757388"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290" name="Google Shape;290;p14"/>
          <p:cNvSpPr txBox="1"/>
          <p:nvPr>
            <p:ph idx="7" type="body"/>
          </p:nvPr>
        </p:nvSpPr>
        <p:spPr>
          <a:xfrm>
            <a:off x="4958413" y="2353450"/>
            <a:ext cx="1566600" cy="1821300"/>
          </a:xfrm>
          <a:prstGeom prst="rect">
            <a:avLst/>
          </a:prstGeom>
        </p:spPr>
        <p:txBody>
          <a:bodyPr anchorCtr="0" anchor="t" bIns="0" lIns="0" spcFirstLastPara="1" rIns="0" wrap="square" tIns="0">
            <a:spAutoFit/>
          </a:bodyPr>
          <a:lstStyle>
            <a:lvl1pPr indent="-279400" lvl="0" marL="457200">
              <a:spcBef>
                <a:spcPts val="0"/>
              </a:spcBef>
              <a:spcAft>
                <a:spcPts val="0"/>
              </a:spcAft>
              <a:buSzPts val="800"/>
              <a:buFont typeface="Red Hat Display"/>
              <a:buChar char="●"/>
              <a:defRPr sz="800"/>
            </a:lvl1pPr>
            <a:lvl2pPr indent="-279400" lvl="1" marL="914400">
              <a:spcBef>
                <a:spcPts val="0"/>
              </a:spcBef>
              <a:spcAft>
                <a:spcPts val="0"/>
              </a:spcAft>
              <a:buSzPts val="800"/>
              <a:buFont typeface="Red Hat Display"/>
              <a:buChar char="○"/>
              <a:defRPr sz="800"/>
            </a:lvl2pPr>
            <a:lvl3pPr indent="-279400" lvl="2" marL="1371600">
              <a:spcBef>
                <a:spcPts val="0"/>
              </a:spcBef>
              <a:spcAft>
                <a:spcPts val="0"/>
              </a:spcAft>
              <a:buSzPts val="800"/>
              <a:buFont typeface="Red Hat Display"/>
              <a:buChar char="■"/>
              <a:defRPr sz="800"/>
            </a:lvl3pPr>
            <a:lvl4pPr indent="-279400" lvl="3" marL="1828800">
              <a:spcBef>
                <a:spcPts val="0"/>
              </a:spcBef>
              <a:spcAft>
                <a:spcPts val="0"/>
              </a:spcAft>
              <a:buSzPts val="800"/>
              <a:buFont typeface="Red Hat Display"/>
              <a:buChar char="●"/>
              <a:defRPr sz="800"/>
            </a:lvl4pPr>
            <a:lvl5pPr indent="-279400" lvl="4" marL="2286000">
              <a:spcBef>
                <a:spcPts val="0"/>
              </a:spcBef>
              <a:spcAft>
                <a:spcPts val="0"/>
              </a:spcAft>
              <a:buSzPts val="800"/>
              <a:buFont typeface="Red Hat Display"/>
              <a:buChar char="○"/>
              <a:defRPr sz="800"/>
            </a:lvl5pPr>
            <a:lvl6pPr indent="-279400" lvl="5" marL="2743200">
              <a:spcBef>
                <a:spcPts val="0"/>
              </a:spcBef>
              <a:spcAft>
                <a:spcPts val="0"/>
              </a:spcAft>
              <a:buSzPts val="800"/>
              <a:buFont typeface="Red Hat Display"/>
              <a:buChar char="■"/>
              <a:defRPr sz="800"/>
            </a:lvl6pPr>
            <a:lvl7pPr indent="-279400" lvl="6" marL="3200400">
              <a:spcBef>
                <a:spcPts val="0"/>
              </a:spcBef>
              <a:spcAft>
                <a:spcPts val="0"/>
              </a:spcAft>
              <a:buSzPts val="800"/>
              <a:buFont typeface="Red Hat Display"/>
              <a:buChar char="●"/>
              <a:defRPr sz="800"/>
            </a:lvl7pPr>
            <a:lvl8pPr indent="-279400" lvl="7" marL="3657600">
              <a:spcBef>
                <a:spcPts val="0"/>
              </a:spcBef>
              <a:spcAft>
                <a:spcPts val="0"/>
              </a:spcAft>
              <a:buSzPts val="800"/>
              <a:buFont typeface="Red Hat Display"/>
              <a:buChar char="○"/>
              <a:defRPr sz="800"/>
            </a:lvl8pPr>
            <a:lvl9pPr indent="-279400" lvl="8" marL="4114800">
              <a:spcBef>
                <a:spcPts val="0"/>
              </a:spcBef>
              <a:spcAft>
                <a:spcPts val="0"/>
              </a:spcAft>
              <a:buSzPts val="800"/>
              <a:buFont typeface="Red Hat Display"/>
              <a:buChar char="■"/>
              <a:defRPr sz="800"/>
            </a:lvl9pPr>
          </a:lstStyle>
          <a:p/>
        </p:txBody>
      </p:sp>
      <p:sp>
        <p:nvSpPr>
          <p:cNvPr id="291" name="Google Shape;291;p14"/>
          <p:cNvSpPr txBox="1"/>
          <p:nvPr>
            <p:ph idx="8" type="body"/>
          </p:nvPr>
        </p:nvSpPr>
        <p:spPr>
          <a:xfrm>
            <a:off x="7146863"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292" name="Google Shape;292;p14"/>
          <p:cNvSpPr txBox="1"/>
          <p:nvPr>
            <p:ph idx="9"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293" name="Google Shape;293;p14"/>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CUSTOM_5_2_3">
    <p:spTree>
      <p:nvGrpSpPr>
        <p:cNvPr id="294" name="Shape 294"/>
        <p:cNvGrpSpPr/>
        <p:nvPr/>
      </p:nvGrpSpPr>
      <p:grpSpPr>
        <a:xfrm>
          <a:off x="0" y="0"/>
          <a:ext cx="0" cy="0"/>
          <a:chOff x="0" y="0"/>
          <a:chExt cx="0" cy="0"/>
        </a:xfrm>
      </p:grpSpPr>
      <p:sp>
        <p:nvSpPr>
          <p:cNvPr id="295" name="Google Shape;295;p15"/>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96" name="Google Shape;296;p15"/>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297" name="Google Shape;297;p15"/>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298" name="Google Shape;298;p15"/>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Red Hat Display"/>
              <a:ea typeface="Red Hat Display"/>
              <a:cs typeface="Red Hat Display"/>
              <a:sym typeface="Red Hat Display"/>
            </a:endParaRPr>
          </a:p>
        </p:txBody>
      </p:sp>
      <p:sp>
        <p:nvSpPr>
          <p:cNvPr id="299" name="Google Shape;299;p15"/>
          <p:cNvSpPr txBox="1"/>
          <p:nvPr>
            <p:ph idx="2" type="subTitle"/>
          </p:nvPr>
        </p:nvSpPr>
        <p:spPr>
          <a:xfrm>
            <a:off x="1977175" y="1698625"/>
            <a:ext cx="1369500" cy="290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00" name="Google Shape;300;p15"/>
          <p:cNvSpPr txBox="1"/>
          <p:nvPr>
            <p:ph idx="3" type="subTitle"/>
          </p:nvPr>
        </p:nvSpPr>
        <p:spPr>
          <a:xfrm>
            <a:off x="3623185" y="1698625"/>
            <a:ext cx="1369500" cy="290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01" name="Google Shape;301;p15"/>
          <p:cNvSpPr txBox="1"/>
          <p:nvPr>
            <p:ph idx="4" type="subTitle"/>
          </p:nvPr>
        </p:nvSpPr>
        <p:spPr>
          <a:xfrm>
            <a:off x="5465499" y="1698625"/>
            <a:ext cx="1369500" cy="290700"/>
          </a:xfrm>
          <a:prstGeom prst="rect">
            <a:avLst/>
          </a:prstGeom>
        </p:spPr>
        <p:txBody>
          <a:bodyPr anchorCtr="0" anchor="ctr" bIns="0" lIns="0" spcFirstLastPara="1" rIns="0" wrap="square" tIns="0">
            <a:noAutofit/>
          </a:bodyPr>
          <a:lstStyle>
            <a:lvl1pPr lvl="0">
              <a:spcBef>
                <a:spcPts val="0"/>
              </a:spcBef>
              <a:spcAft>
                <a:spcPts val="0"/>
              </a:spcAft>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SzPts val="1400"/>
              <a:buFont typeface="Red Hat Display"/>
              <a:buNone/>
              <a:defRPr/>
            </a:lvl2pPr>
            <a:lvl3pPr lvl="2">
              <a:spcBef>
                <a:spcPts val="0"/>
              </a:spcBef>
              <a:spcAft>
                <a:spcPts val="0"/>
              </a:spcAft>
              <a:buSzPts val="1400"/>
              <a:buFont typeface="Red Hat Display"/>
              <a:buNone/>
              <a:defRPr/>
            </a:lvl3pPr>
            <a:lvl4pPr lvl="3">
              <a:spcBef>
                <a:spcPts val="0"/>
              </a:spcBef>
              <a:spcAft>
                <a:spcPts val="0"/>
              </a:spcAft>
              <a:buSzPts val="1400"/>
              <a:buFont typeface="Red Hat Display"/>
              <a:buNone/>
              <a:defRPr/>
            </a:lvl4pPr>
            <a:lvl5pPr lvl="4">
              <a:spcBef>
                <a:spcPts val="0"/>
              </a:spcBef>
              <a:spcAft>
                <a:spcPts val="0"/>
              </a:spcAft>
              <a:buSzPts val="1400"/>
              <a:buFont typeface="Red Hat Display"/>
              <a:buNone/>
              <a:defRPr/>
            </a:lvl5pPr>
            <a:lvl6pPr lvl="5">
              <a:spcBef>
                <a:spcPts val="0"/>
              </a:spcBef>
              <a:spcAft>
                <a:spcPts val="0"/>
              </a:spcAft>
              <a:buSzPts val="1400"/>
              <a:buFont typeface="Red Hat Display"/>
              <a:buNone/>
              <a:defRPr/>
            </a:lvl6pPr>
            <a:lvl7pPr lvl="6">
              <a:spcBef>
                <a:spcPts val="0"/>
              </a:spcBef>
              <a:spcAft>
                <a:spcPts val="0"/>
              </a:spcAft>
              <a:buSzPts val="1400"/>
              <a:buFont typeface="Red Hat Display"/>
              <a:buNone/>
              <a:defRPr/>
            </a:lvl7pPr>
            <a:lvl8pPr lvl="7">
              <a:spcBef>
                <a:spcPts val="0"/>
              </a:spcBef>
              <a:spcAft>
                <a:spcPts val="0"/>
              </a:spcAft>
              <a:buSzPts val="1400"/>
              <a:buFont typeface="Red Hat Display"/>
              <a:buNone/>
              <a:defRPr/>
            </a:lvl8pPr>
            <a:lvl9pPr lvl="8">
              <a:spcBef>
                <a:spcPts val="0"/>
              </a:spcBef>
              <a:spcAft>
                <a:spcPts val="0"/>
              </a:spcAft>
              <a:buSzPts val="1400"/>
              <a:buFont typeface="Red Hat Display"/>
              <a:buNone/>
              <a:defRPr/>
            </a:lvl9pPr>
          </a:lstStyle>
          <a:p/>
        </p:txBody>
      </p:sp>
      <p:sp>
        <p:nvSpPr>
          <p:cNvPr id="302" name="Google Shape;302;p15"/>
          <p:cNvSpPr txBox="1"/>
          <p:nvPr>
            <p:ph idx="5" type="subTitle"/>
          </p:nvPr>
        </p:nvSpPr>
        <p:spPr>
          <a:xfrm>
            <a:off x="385125" y="220060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03" name="Google Shape;303;p15"/>
          <p:cNvSpPr txBox="1"/>
          <p:nvPr>
            <p:ph idx="6" type="subTitle"/>
          </p:nvPr>
        </p:nvSpPr>
        <p:spPr>
          <a:xfrm>
            <a:off x="385125" y="261085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04" name="Google Shape;304;p15"/>
          <p:cNvSpPr txBox="1"/>
          <p:nvPr>
            <p:ph idx="7" type="subTitle"/>
          </p:nvPr>
        </p:nvSpPr>
        <p:spPr>
          <a:xfrm>
            <a:off x="385125" y="3024075"/>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05" name="Google Shape;305;p15"/>
          <p:cNvSpPr txBox="1"/>
          <p:nvPr>
            <p:ph idx="8" type="subTitle"/>
          </p:nvPr>
        </p:nvSpPr>
        <p:spPr>
          <a:xfrm>
            <a:off x="385125" y="342965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06" name="Google Shape;306;p15"/>
          <p:cNvSpPr txBox="1"/>
          <p:nvPr>
            <p:ph idx="9" type="subTitle"/>
          </p:nvPr>
        </p:nvSpPr>
        <p:spPr>
          <a:xfrm>
            <a:off x="385125" y="384850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07" name="Google Shape;307;p15"/>
          <p:cNvSpPr txBox="1"/>
          <p:nvPr>
            <p:ph idx="13" type="subTitle"/>
          </p:nvPr>
        </p:nvSpPr>
        <p:spPr>
          <a:xfrm>
            <a:off x="1977175" y="22006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08" name="Google Shape;308;p15"/>
          <p:cNvSpPr txBox="1"/>
          <p:nvPr>
            <p:ph idx="14" type="subTitle"/>
          </p:nvPr>
        </p:nvSpPr>
        <p:spPr>
          <a:xfrm>
            <a:off x="1977175" y="26108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09" name="Google Shape;309;p15"/>
          <p:cNvSpPr txBox="1"/>
          <p:nvPr>
            <p:ph idx="15" type="subTitle"/>
          </p:nvPr>
        </p:nvSpPr>
        <p:spPr>
          <a:xfrm>
            <a:off x="1977175" y="30222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0" name="Google Shape;310;p15"/>
          <p:cNvSpPr txBox="1"/>
          <p:nvPr>
            <p:ph idx="16" type="subTitle"/>
          </p:nvPr>
        </p:nvSpPr>
        <p:spPr>
          <a:xfrm>
            <a:off x="1977175" y="34370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1" name="Google Shape;311;p15"/>
          <p:cNvSpPr txBox="1"/>
          <p:nvPr>
            <p:ph idx="17" type="subTitle"/>
          </p:nvPr>
        </p:nvSpPr>
        <p:spPr>
          <a:xfrm>
            <a:off x="1977175" y="38494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2" name="Google Shape;312;p15"/>
          <p:cNvSpPr txBox="1"/>
          <p:nvPr>
            <p:ph idx="18" type="subTitle"/>
          </p:nvPr>
        </p:nvSpPr>
        <p:spPr>
          <a:xfrm>
            <a:off x="3623175" y="22006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3" name="Google Shape;313;p15"/>
          <p:cNvSpPr txBox="1"/>
          <p:nvPr>
            <p:ph idx="19" type="subTitle"/>
          </p:nvPr>
        </p:nvSpPr>
        <p:spPr>
          <a:xfrm>
            <a:off x="3623175" y="26108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4" name="Google Shape;314;p15"/>
          <p:cNvSpPr txBox="1"/>
          <p:nvPr>
            <p:ph idx="20" type="subTitle"/>
          </p:nvPr>
        </p:nvSpPr>
        <p:spPr>
          <a:xfrm>
            <a:off x="3623175" y="30222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5" name="Google Shape;315;p15"/>
          <p:cNvSpPr txBox="1"/>
          <p:nvPr>
            <p:ph idx="21" type="subTitle"/>
          </p:nvPr>
        </p:nvSpPr>
        <p:spPr>
          <a:xfrm>
            <a:off x="3623175" y="34370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6" name="Google Shape;316;p15"/>
          <p:cNvSpPr txBox="1"/>
          <p:nvPr>
            <p:ph idx="22" type="subTitle"/>
          </p:nvPr>
        </p:nvSpPr>
        <p:spPr>
          <a:xfrm>
            <a:off x="3623175" y="38494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7" name="Google Shape;317;p15"/>
          <p:cNvSpPr txBox="1"/>
          <p:nvPr>
            <p:ph idx="23" type="subTitle"/>
          </p:nvPr>
        </p:nvSpPr>
        <p:spPr>
          <a:xfrm>
            <a:off x="5465501" y="22006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8" name="Google Shape;318;p15"/>
          <p:cNvSpPr txBox="1"/>
          <p:nvPr>
            <p:ph idx="24" type="subTitle"/>
          </p:nvPr>
        </p:nvSpPr>
        <p:spPr>
          <a:xfrm>
            <a:off x="5465501" y="261085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9" name="Google Shape;319;p15"/>
          <p:cNvSpPr txBox="1"/>
          <p:nvPr>
            <p:ph idx="25" type="subTitle"/>
          </p:nvPr>
        </p:nvSpPr>
        <p:spPr>
          <a:xfrm>
            <a:off x="5465501" y="30222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20" name="Google Shape;320;p15"/>
          <p:cNvSpPr txBox="1"/>
          <p:nvPr>
            <p:ph idx="26" type="subTitle"/>
          </p:nvPr>
        </p:nvSpPr>
        <p:spPr>
          <a:xfrm>
            <a:off x="5465501" y="34370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21" name="Google Shape;321;p15"/>
          <p:cNvSpPr txBox="1"/>
          <p:nvPr>
            <p:ph idx="27" type="subTitle"/>
          </p:nvPr>
        </p:nvSpPr>
        <p:spPr>
          <a:xfrm>
            <a:off x="5465501" y="384945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highlights">
  <p:cSld name="CUSTOM_5_2_2">
    <p:spTree>
      <p:nvGrpSpPr>
        <p:cNvPr id="322" name="Shape 322"/>
        <p:cNvGrpSpPr/>
        <p:nvPr/>
      </p:nvGrpSpPr>
      <p:grpSpPr>
        <a:xfrm>
          <a:off x="0" y="0"/>
          <a:ext cx="0" cy="0"/>
          <a:chOff x="0" y="0"/>
          <a:chExt cx="0" cy="0"/>
        </a:xfrm>
      </p:grpSpPr>
      <p:sp>
        <p:nvSpPr>
          <p:cNvPr id="323" name="Google Shape;323;p16"/>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24" name="Google Shape;324;p16"/>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25" name="Google Shape;325;p16"/>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26" name="Google Shape;326;p16"/>
          <p:cNvSpPr txBox="1"/>
          <p:nvPr>
            <p:ph idx="2" type="subTitle"/>
          </p:nvPr>
        </p:nvSpPr>
        <p:spPr>
          <a:xfrm>
            <a:off x="229525"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27" name="Google Shape;327;p16"/>
          <p:cNvSpPr txBox="1"/>
          <p:nvPr>
            <p:ph idx="3" type="subTitle"/>
          </p:nvPr>
        </p:nvSpPr>
        <p:spPr>
          <a:xfrm>
            <a:off x="2015702"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28" name="Google Shape;328;p16"/>
          <p:cNvSpPr txBox="1"/>
          <p:nvPr>
            <p:ph idx="4" type="subTitle"/>
          </p:nvPr>
        </p:nvSpPr>
        <p:spPr>
          <a:xfrm>
            <a:off x="3774602" y="2435600"/>
            <a:ext cx="1500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29" name="Google Shape;329;p16"/>
          <p:cNvSpPr txBox="1"/>
          <p:nvPr>
            <p:ph idx="5" type="subTitle"/>
          </p:nvPr>
        </p:nvSpPr>
        <p:spPr>
          <a:xfrm>
            <a:off x="5616677"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30" name="Google Shape;330;p16"/>
          <p:cNvSpPr txBox="1"/>
          <p:nvPr>
            <p:ph idx="6" type="subTitle"/>
          </p:nvPr>
        </p:nvSpPr>
        <p:spPr>
          <a:xfrm>
            <a:off x="7411452"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31" name="Google Shape;331;p16"/>
          <p:cNvSpPr txBox="1"/>
          <p:nvPr>
            <p:ph idx="7" type="body"/>
          </p:nvPr>
        </p:nvSpPr>
        <p:spPr>
          <a:xfrm>
            <a:off x="38758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32" name="Google Shape;332;p16"/>
          <p:cNvSpPr txBox="1"/>
          <p:nvPr>
            <p:ph idx="8" type="body"/>
          </p:nvPr>
        </p:nvSpPr>
        <p:spPr>
          <a:xfrm>
            <a:off x="2164609" y="2820600"/>
            <a:ext cx="1239300" cy="1165200"/>
          </a:xfrm>
          <a:prstGeom prst="rect">
            <a:avLst/>
          </a:prstGeom>
        </p:spPr>
        <p:txBody>
          <a:bodyPr anchorCtr="0" anchor="t" bIns="0" lIns="0" spcFirstLastPara="1" rIns="0" wrap="square" tIns="0">
            <a:spAutoFit/>
          </a:bodyPr>
          <a:lstStyle>
            <a:lvl1pPr indent="-285750" lvl="0" marL="457200">
              <a:lnSpc>
                <a:spcPct val="100000"/>
              </a:lnSpc>
              <a:spcBef>
                <a:spcPts val="0"/>
              </a:spcBef>
              <a:spcAft>
                <a:spcPts val="0"/>
              </a:spcAft>
              <a:buClr>
                <a:schemeClr val="lt1"/>
              </a:buClr>
              <a:buSzPts val="900"/>
              <a:buFont typeface="Red Hat Display"/>
              <a:buChar char="●"/>
              <a:defRPr sz="900"/>
            </a:lvl1pPr>
            <a:lvl2pPr indent="-285750" lvl="1" marL="914400">
              <a:lnSpc>
                <a:spcPct val="100000"/>
              </a:lnSpc>
              <a:spcBef>
                <a:spcPts val="0"/>
              </a:spcBef>
              <a:spcAft>
                <a:spcPts val="0"/>
              </a:spcAft>
              <a:buClr>
                <a:schemeClr val="lt1"/>
              </a:buClr>
              <a:buSzPts val="900"/>
              <a:buFont typeface="Red Hat Display"/>
              <a:buChar char="○"/>
              <a:defRPr sz="900"/>
            </a:lvl2pPr>
            <a:lvl3pPr indent="-285750" lvl="2" marL="1371600">
              <a:lnSpc>
                <a:spcPct val="100000"/>
              </a:lnSpc>
              <a:spcBef>
                <a:spcPts val="0"/>
              </a:spcBef>
              <a:spcAft>
                <a:spcPts val="0"/>
              </a:spcAft>
              <a:buClr>
                <a:schemeClr val="lt1"/>
              </a:buClr>
              <a:buSzPts val="900"/>
              <a:buFont typeface="Red Hat Display"/>
              <a:buChar char="■"/>
              <a:defRPr sz="900"/>
            </a:lvl3pPr>
            <a:lvl4pPr indent="-285750" lvl="3" marL="1828800">
              <a:lnSpc>
                <a:spcPct val="100000"/>
              </a:lnSpc>
              <a:spcBef>
                <a:spcPts val="0"/>
              </a:spcBef>
              <a:spcAft>
                <a:spcPts val="0"/>
              </a:spcAft>
              <a:buClr>
                <a:schemeClr val="lt1"/>
              </a:buClr>
              <a:buSzPts val="900"/>
              <a:buFont typeface="Red Hat Display"/>
              <a:buChar char="●"/>
              <a:defRPr sz="900"/>
            </a:lvl4pPr>
            <a:lvl5pPr indent="-285750" lvl="4" marL="2286000">
              <a:lnSpc>
                <a:spcPct val="100000"/>
              </a:lnSpc>
              <a:spcBef>
                <a:spcPts val="0"/>
              </a:spcBef>
              <a:spcAft>
                <a:spcPts val="0"/>
              </a:spcAft>
              <a:buClr>
                <a:schemeClr val="lt1"/>
              </a:buClr>
              <a:buSzPts val="900"/>
              <a:buFont typeface="Red Hat Display"/>
              <a:buChar char="○"/>
              <a:defRPr sz="900"/>
            </a:lvl5pPr>
            <a:lvl6pPr indent="-285750" lvl="5" marL="2743200">
              <a:lnSpc>
                <a:spcPct val="100000"/>
              </a:lnSpc>
              <a:spcBef>
                <a:spcPts val="0"/>
              </a:spcBef>
              <a:spcAft>
                <a:spcPts val="0"/>
              </a:spcAft>
              <a:buClr>
                <a:schemeClr val="lt1"/>
              </a:buClr>
              <a:buSzPts val="900"/>
              <a:buFont typeface="Red Hat Display"/>
              <a:buChar char="■"/>
              <a:defRPr sz="900"/>
            </a:lvl6pPr>
            <a:lvl7pPr indent="-285750" lvl="6" marL="3200400">
              <a:lnSpc>
                <a:spcPct val="100000"/>
              </a:lnSpc>
              <a:spcBef>
                <a:spcPts val="0"/>
              </a:spcBef>
              <a:spcAft>
                <a:spcPts val="0"/>
              </a:spcAft>
              <a:buClr>
                <a:schemeClr val="lt1"/>
              </a:buClr>
              <a:buSzPts val="900"/>
              <a:buFont typeface="Red Hat Display"/>
              <a:buChar char="●"/>
              <a:defRPr sz="900"/>
            </a:lvl7pPr>
            <a:lvl8pPr indent="-285750" lvl="7" marL="3657600">
              <a:lnSpc>
                <a:spcPct val="100000"/>
              </a:lnSpc>
              <a:spcBef>
                <a:spcPts val="0"/>
              </a:spcBef>
              <a:spcAft>
                <a:spcPts val="0"/>
              </a:spcAft>
              <a:buClr>
                <a:schemeClr val="lt1"/>
              </a:buClr>
              <a:buSzPts val="900"/>
              <a:buFont typeface="Red Hat Display"/>
              <a:buChar char="○"/>
              <a:defRPr sz="900"/>
            </a:lvl8pPr>
            <a:lvl9pPr indent="-285750" lvl="8" marL="4114800">
              <a:lnSpc>
                <a:spcPct val="100000"/>
              </a:lnSpc>
              <a:spcBef>
                <a:spcPts val="0"/>
              </a:spcBef>
              <a:spcAft>
                <a:spcPts val="0"/>
              </a:spcAft>
              <a:buClr>
                <a:schemeClr val="lt1"/>
              </a:buClr>
              <a:buSzPts val="900"/>
              <a:buFont typeface="Red Hat Display"/>
              <a:buChar char="■"/>
              <a:defRPr sz="900"/>
            </a:lvl9pPr>
          </a:lstStyle>
          <a:p/>
        </p:txBody>
      </p:sp>
      <p:sp>
        <p:nvSpPr>
          <p:cNvPr id="333" name="Google Shape;333;p16"/>
          <p:cNvSpPr txBox="1"/>
          <p:nvPr>
            <p:ph idx="9" type="body"/>
          </p:nvPr>
        </p:nvSpPr>
        <p:spPr>
          <a:xfrm>
            <a:off x="394163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34" name="Google Shape;334;p16"/>
          <p:cNvSpPr txBox="1"/>
          <p:nvPr>
            <p:ph idx="13" type="body"/>
          </p:nvPr>
        </p:nvSpPr>
        <p:spPr>
          <a:xfrm>
            <a:off x="576448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35" name="Google Shape;335;p16"/>
          <p:cNvSpPr txBox="1"/>
          <p:nvPr>
            <p:ph idx="14" type="body"/>
          </p:nvPr>
        </p:nvSpPr>
        <p:spPr>
          <a:xfrm>
            <a:off x="758733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highlights w/ dots">
  <p:cSld name="CUSTOM_5_2_1">
    <p:spTree>
      <p:nvGrpSpPr>
        <p:cNvPr id="336" name="Shape 336"/>
        <p:cNvGrpSpPr/>
        <p:nvPr/>
      </p:nvGrpSpPr>
      <p:grpSpPr>
        <a:xfrm>
          <a:off x="0" y="0"/>
          <a:ext cx="0" cy="0"/>
          <a:chOff x="0" y="0"/>
          <a:chExt cx="0" cy="0"/>
        </a:xfrm>
      </p:grpSpPr>
      <p:sp>
        <p:nvSpPr>
          <p:cNvPr id="337" name="Google Shape;337;p17"/>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38" name="Google Shape;338;p17"/>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39" name="Google Shape;339;p17"/>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40" name="Google Shape;340;p17"/>
          <p:cNvSpPr txBox="1"/>
          <p:nvPr>
            <p:ph idx="2" type="subTitle"/>
          </p:nvPr>
        </p:nvSpPr>
        <p:spPr>
          <a:xfrm>
            <a:off x="351700"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41" name="Google Shape;341;p17"/>
          <p:cNvSpPr txBox="1"/>
          <p:nvPr>
            <p:ph idx="3" type="subTitle"/>
          </p:nvPr>
        </p:nvSpPr>
        <p:spPr>
          <a:xfrm>
            <a:off x="3315050"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42" name="Google Shape;342;p17"/>
          <p:cNvSpPr txBox="1"/>
          <p:nvPr>
            <p:ph idx="4" type="subTitle"/>
          </p:nvPr>
        </p:nvSpPr>
        <p:spPr>
          <a:xfrm>
            <a:off x="6278400" y="2435600"/>
            <a:ext cx="1500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43" name="Google Shape;343;p17"/>
          <p:cNvSpPr txBox="1"/>
          <p:nvPr>
            <p:ph idx="5" type="body"/>
          </p:nvPr>
        </p:nvSpPr>
        <p:spPr>
          <a:xfrm>
            <a:off x="3315050" y="2882813"/>
            <a:ext cx="2439900" cy="11652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Font typeface="Red Hat Display"/>
              <a:buChar char="●"/>
              <a:defRPr sz="900"/>
            </a:lvl1pPr>
            <a:lvl2pPr indent="-285750" lvl="1" marL="914400">
              <a:spcBef>
                <a:spcPts val="800"/>
              </a:spcBef>
              <a:spcAft>
                <a:spcPts val="0"/>
              </a:spcAft>
              <a:buSzPts val="900"/>
              <a:buFont typeface="Red Hat Display"/>
              <a:buChar char="○"/>
              <a:defRPr sz="900"/>
            </a:lvl2pPr>
            <a:lvl3pPr indent="-285750" lvl="2" marL="1371600">
              <a:spcBef>
                <a:spcPts val="800"/>
              </a:spcBef>
              <a:spcAft>
                <a:spcPts val="0"/>
              </a:spcAft>
              <a:buSzPts val="900"/>
              <a:buFont typeface="Red Hat Display"/>
              <a:buChar char="■"/>
              <a:defRPr sz="900"/>
            </a:lvl3pPr>
            <a:lvl4pPr indent="-285750" lvl="3" marL="1828800">
              <a:spcBef>
                <a:spcPts val="800"/>
              </a:spcBef>
              <a:spcAft>
                <a:spcPts val="0"/>
              </a:spcAft>
              <a:buSzPts val="900"/>
              <a:buFont typeface="Red Hat Display"/>
              <a:buChar char="●"/>
              <a:defRPr sz="900"/>
            </a:lvl4pPr>
            <a:lvl5pPr indent="-285750" lvl="4" marL="2286000">
              <a:spcBef>
                <a:spcPts val="800"/>
              </a:spcBef>
              <a:spcAft>
                <a:spcPts val="0"/>
              </a:spcAft>
              <a:buSzPts val="900"/>
              <a:buFont typeface="Red Hat Display"/>
              <a:buChar char="○"/>
              <a:defRPr sz="900"/>
            </a:lvl5pPr>
            <a:lvl6pPr indent="-285750" lvl="5" marL="2743200">
              <a:spcBef>
                <a:spcPts val="800"/>
              </a:spcBef>
              <a:spcAft>
                <a:spcPts val="0"/>
              </a:spcAft>
              <a:buSzPts val="900"/>
              <a:buFont typeface="Red Hat Display"/>
              <a:buChar char="■"/>
              <a:defRPr sz="900"/>
            </a:lvl6pPr>
            <a:lvl7pPr indent="-285750" lvl="6" marL="3200400">
              <a:spcBef>
                <a:spcPts val="800"/>
              </a:spcBef>
              <a:spcAft>
                <a:spcPts val="0"/>
              </a:spcAft>
              <a:buSzPts val="900"/>
              <a:buFont typeface="Red Hat Display"/>
              <a:buChar char="●"/>
              <a:defRPr sz="900"/>
            </a:lvl7pPr>
            <a:lvl8pPr indent="-285750" lvl="7" marL="3657600">
              <a:spcBef>
                <a:spcPts val="800"/>
              </a:spcBef>
              <a:spcAft>
                <a:spcPts val="0"/>
              </a:spcAft>
              <a:buSzPts val="900"/>
              <a:buFont typeface="Red Hat Display"/>
              <a:buChar char="○"/>
              <a:defRPr sz="900"/>
            </a:lvl8pPr>
            <a:lvl9pPr indent="-285750" lvl="8" marL="4114800">
              <a:spcBef>
                <a:spcPts val="800"/>
              </a:spcBef>
              <a:spcAft>
                <a:spcPts val="800"/>
              </a:spcAft>
              <a:buSzPts val="900"/>
              <a:buFont typeface="Red Hat Display"/>
              <a:buChar char="■"/>
              <a:defRPr sz="900"/>
            </a:lvl9pPr>
          </a:lstStyle>
          <a:p/>
        </p:txBody>
      </p:sp>
      <p:grpSp>
        <p:nvGrpSpPr>
          <p:cNvPr id="344" name="Google Shape;344;p17"/>
          <p:cNvGrpSpPr/>
          <p:nvPr/>
        </p:nvGrpSpPr>
        <p:grpSpPr>
          <a:xfrm flipH="1">
            <a:off x="6903656" y="79823"/>
            <a:ext cx="2140834" cy="1767927"/>
            <a:chOff x="142083" y="79814"/>
            <a:chExt cx="1831025" cy="1512212"/>
          </a:xfrm>
        </p:grpSpPr>
        <p:sp>
          <p:nvSpPr>
            <p:cNvPr id="345" name="Google Shape;345;p17"/>
            <p:cNvSpPr/>
            <p:nvPr/>
          </p:nvSpPr>
          <p:spPr>
            <a:xfrm>
              <a:off x="142083" y="798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46" name="Google Shape;346;p17"/>
            <p:cNvSpPr/>
            <p:nvPr/>
          </p:nvSpPr>
          <p:spPr>
            <a:xfrm>
              <a:off x="487858" y="872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47" name="Google Shape;347;p17"/>
            <p:cNvSpPr/>
            <p:nvPr/>
          </p:nvSpPr>
          <p:spPr>
            <a:xfrm>
              <a:off x="839135" y="872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48" name="Google Shape;348;p17"/>
            <p:cNvSpPr/>
            <p:nvPr/>
          </p:nvSpPr>
          <p:spPr>
            <a:xfrm>
              <a:off x="1191033" y="1054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49" name="Google Shape;349;p17"/>
            <p:cNvSpPr/>
            <p:nvPr/>
          </p:nvSpPr>
          <p:spPr>
            <a:xfrm>
              <a:off x="1537808" y="1154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0" name="Google Shape;350;p17"/>
            <p:cNvSpPr/>
            <p:nvPr/>
          </p:nvSpPr>
          <p:spPr>
            <a:xfrm>
              <a:off x="1908008" y="1487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1" name="Google Shape;351;p17"/>
            <p:cNvSpPr/>
            <p:nvPr/>
          </p:nvSpPr>
          <p:spPr>
            <a:xfrm>
              <a:off x="164883" y="4226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2" name="Google Shape;352;p17"/>
            <p:cNvSpPr/>
            <p:nvPr/>
          </p:nvSpPr>
          <p:spPr>
            <a:xfrm>
              <a:off x="506960" y="4278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3" name="Google Shape;353;p17"/>
            <p:cNvSpPr/>
            <p:nvPr/>
          </p:nvSpPr>
          <p:spPr>
            <a:xfrm>
              <a:off x="854387" y="4367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4" name="Google Shape;354;p17"/>
            <p:cNvSpPr/>
            <p:nvPr/>
          </p:nvSpPr>
          <p:spPr>
            <a:xfrm>
              <a:off x="1202034" y="4503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5" name="Google Shape;355;p17"/>
            <p:cNvSpPr/>
            <p:nvPr/>
          </p:nvSpPr>
          <p:spPr>
            <a:xfrm>
              <a:off x="1558407" y="4700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6" name="Google Shape;356;p17"/>
            <p:cNvSpPr/>
            <p:nvPr/>
          </p:nvSpPr>
          <p:spPr>
            <a:xfrm>
              <a:off x="1924408" y="4998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7" name="Google Shape;357;p17"/>
            <p:cNvSpPr/>
            <p:nvPr/>
          </p:nvSpPr>
          <p:spPr>
            <a:xfrm>
              <a:off x="529964" y="7756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8" name="Google Shape;358;p17"/>
            <p:cNvSpPr/>
            <p:nvPr/>
          </p:nvSpPr>
          <p:spPr>
            <a:xfrm>
              <a:off x="185718" y="7654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9" name="Google Shape;359;p17"/>
            <p:cNvSpPr/>
            <p:nvPr/>
          </p:nvSpPr>
          <p:spPr>
            <a:xfrm>
              <a:off x="873448" y="7840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0" name="Google Shape;360;p17"/>
            <p:cNvSpPr/>
            <p:nvPr/>
          </p:nvSpPr>
          <p:spPr>
            <a:xfrm>
              <a:off x="1230921" y="8045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1" name="Google Shape;361;p17"/>
            <p:cNvSpPr/>
            <p:nvPr/>
          </p:nvSpPr>
          <p:spPr>
            <a:xfrm>
              <a:off x="1577346" y="8242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2" name="Google Shape;362;p17"/>
            <p:cNvSpPr/>
            <p:nvPr/>
          </p:nvSpPr>
          <p:spPr>
            <a:xfrm>
              <a:off x="551148" y="11221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3" name="Google Shape;363;p17"/>
            <p:cNvSpPr/>
            <p:nvPr/>
          </p:nvSpPr>
          <p:spPr>
            <a:xfrm>
              <a:off x="201014" y="11153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4" name="Google Shape;364;p17"/>
            <p:cNvSpPr/>
            <p:nvPr/>
          </p:nvSpPr>
          <p:spPr>
            <a:xfrm>
              <a:off x="900639" y="11443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5" name="Google Shape;365;p17"/>
            <p:cNvSpPr/>
            <p:nvPr/>
          </p:nvSpPr>
          <p:spPr>
            <a:xfrm>
              <a:off x="1258496" y="11609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6" name="Google Shape;366;p17"/>
            <p:cNvSpPr/>
            <p:nvPr/>
          </p:nvSpPr>
          <p:spPr>
            <a:xfrm>
              <a:off x="240458" y="14840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7" name="Google Shape;367;p17"/>
            <p:cNvSpPr/>
            <p:nvPr/>
          </p:nvSpPr>
          <p:spPr>
            <a:xfrm>
              <a:off x="583108" y="14861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8" name="Google Shape;368;p17"/>
            <p:cNvSpPr/>
            <p:nvPr/>
          </p:nvSpPr>
          <p:spPr>
            <a:xfrm>
              <a:off x="937805" y="15085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grpSp>
      <p:sp>
        <p:nvSpPr>
          <p:cNvPr id="369" name="Google Shape;369;p17"/>
          <p:cNvSpPr txBox="1"/>
          <p:nvPr>
            <p:ph idx="6" type="body"/>
          </p:nvPr>
        </p:nvSpPr>
        <p:spPr>
          <a:xfrm>
            <a:off x="3517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
        <p:nvSpPr>
          <p:cNvPr id="370" name="Google Shape;370;p17"/>
          <p:cNvSpPr txBox="1"/>
          <p:nvPr>
            <p:ph idx="7" type="body"/>
          </p:nvPr>
        </p:nvSpPr>
        <p:spPr>
          <a:xfrm>
            <a:off x="62784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highlights">
  <p:cSld name="CUSTOM_5_2_1_1">
    <p:spTree>
      <p:nvGrpSpPr>
        <p:cNvPr id="371" name="Shape 371"/>
        <p:cNvGrpSpPr/>
        <p:nvPr/>
      </p:nvGrpSpPr>
      <p:grpSpPr>
        <a:xfrm>
          <a:off x="0" y="0"/>
          <a:ext cx="0" cy="0"/>
          <a:chOff x="0" y="0"/>
          <a:chExt cx="0" cy="0"/>
        </a:xfrm>
      </p:grpSpPr>
      <p:sp>
        <p:nvSpPr>
          <p:cNvPr id="372" name="Google Shape;372;p18"/>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73" name="Google Shape;373;p18"/>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74" name="Google Shape;374;p18"/>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75" name="Google Shape;375;p18"/>
          <p:cNvSpPr txBox="1"/>
          <p:nvPr>
            <p:ph idx="2" type="subTitle"/>
          </p:nvPr>
        </p:nvSpPr>
        <p:spPr>
          <a:xfrm>
            <a:off x="351700" y="2435600"/>
            <a:ext cx="2439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6" name="Google Shape;376;p18"/>
          <p:cNvSpPr txBox="1"/>
          <p:nvPr>
            <p:ph idx="3" type="subTitle"/>
          </p:nvPr>
        </p:nvSpPr>
        <p:spPr>
          <a:xfrm>
            <a:off x="3315050" y="2435600"/>
            <a:ext cx="2439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7" name="Google Shape;377;p18"/>
          <p:cNvSpPr txBox="1"/>
          <p:nvPr>
            <p:ph idx="4" type="subTitle"/>
          </p:nvPr>
        </p:nvSpPr>
        <p:spPr>
          <a:xfrm>
            <a:off x="6278400" y="2435600"/>
            <a:ext cx="2439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8" name="Google Shape;378;p18"/>
          <p:cNvSpPr txBox="1"/>
          <p:nvPr>
            <p:ph idx="5" type="body"/>
          </p:nvPr>
        </p:nvSpPr>
        <p:spPr>
          <a:xfrm>
            <a:off x="3315050" y="2882813"/>
            <a:ext cx="2439900" cy="11652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Font typeface="Red Hat Display"/>
              <a:buChar char="●"/>
              <a:defRPr sz="900"/>
            </a:lvl1pPr>
            <a:lvl2pPr indent="-285750" lvl="1" marL="914400">
              <a:spcBef>
                <a:spcPts val="800"/>
              </a:spcBef>
              <a:spcAft>
                <a:spcPts val="0"/>
              </a:spcAft>
              <a:buSzPts val="900"/>
              <a:buFont typeface="Red Hat Display"/>
              <a:buChar char="○"/>
              <a:defRPr sz="900"/>
            </a:lvl2pPr>
            <a:lvl3pPr indent="-285750" lvl="2" marL="1371600">
              <a:spcBef>
                <a:spcPts val="800"/>
              </a:spcBef>
              <a:spcAft>
                <a:spcPts val="0"/>
              </a:spcAft>
              <a:buSzPts val="900"/>
              <a:buFont typeface="Red Hat Display"/>
              <a:buChar char="■"/>
              <a:defRPr sz="900"/>
            </a:lvl3pPr>
            <a:lvl4pPr indent="-285750" lvl="3" marL="1828800">
              <a:spcBef>
                <a:spcPts val="800"/>
              </a:spcBef>
              <a:spcAft>
                <a:spcPts val="0"/>
              </a:spcAft>
              <a:buSzPts val="900"/>
              <a:buFont typeface="Red Hat Display"/>
              <a:buChar char="●"/>
              <a:defRPr sz="900"/>
            </a:lvl4pPr>
            <a:lvl5pPr indent="-285750" lvl="4" marL="2286000">
              <a:spcBef>
                <a:spcPts val="800"/>
              </a:spcBef>
              <a:spcAft>
                <a:spcPts val="0"/>
              </a:spcAft>
              <a:buSzPts val="900"/>
              <a:buFont typeface="Red Hat Display"/>
              <a:buChar char="○"/>
              <a:defRPr sz="900"/>
            </a:lvl5pPr>
            <a:lvl6pPr indent="-285750" lvl="5" marL="2743200">
              <a:spcBef>
                <a:spcPts val="800"/>
              </a:spcBef>
              <a:spcAft>
                <a:spcPts val="0"/>
              </a:spcAft>
              <a:buSzPts val="900"/>
              <a:buFont typeface="Red Hat Display"/>
              <a:buChar char="■"/>
              <a:defRPr sz="900"/>
            </a:lvl6pPr>
            <a:lvl7pPr indent="-285750" lvl="6" marL="3200400">
              <a:spcBef>
                <a:spcPts val="800"/>
              </a:spcBef>
              <a:spcAft>
                <a:spcPts val="0"/>
              </a:spcAft>
              <a:buSzPts val="900"/>
              <a:buFont typeface="Red Hat Display"/>
              <a:buChar char="●"/>
              <a:defRPr sz="900"/>
            </a:lvl7pPr>
            <a:lvl8pPr indent="-285750" lvl="7" marL="3657600">
              <a:spcBef>
                <a:spcPts val="800"/>
              </a:spcBef>
              <a:spcAft>
                <a:spcPts val="0"/>
              </a:spcAft>
              <a:buSzPts val="900"/>
              <a:buFont typeface="Red Hat Display"/>
              <a:buChar char="○"/>
              <a:defRPr sz="900"/>
            </a:lvl8pPr>
            <a:lvl9pPr indent="-285750" lvl="8" marL="4114800">
              <a:spcBef>
                <a:spcPts val="800"/>
              </a:spcBef>
              <a:spcAft>
                <a:spcPts val="800"/>
              </a:spcAft>
              <a:buSzPts val="900"/>
              <a:buFont typeface="Red Hat Display"/>
              <a:buChar char="■"/>
              <a:defRPr sz="900"/>
            </a:lvl9pPr>
          </a:lstStyle>
          <a:p/>
        </p:txBody>
      </p:sp>
      <p:sp>
        <p:nvSpPr>
          <p:cNvPr id="379" name="Google Shape;379;p18"/>
          <p:cNvSpPr txBox="1"/>
          <p:nvPr>
            <p:ph idx="6" type="body"/>
          </p:nvPr>
        </p:nvSpPr>
        <p:spPr>
          <a:xfrm>
            <a:off x="3517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
        <p:nvSpPr>
          <p:cNvPr id="380" name="Google Shape;380;p18"/>
          <p:cNvSpPr txBox="1"/>
          <p:nvPr>
            <p:ph idx="7" type="body"/>
          </p:nvPr>
        </p:nvSpPr>
        <p:spPr>
          <a:xfrm>
            <a:off x="62784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highlights">
  <p:cSld name="CUSTOM_5_1">
    <p:spTree>
      <p:nvGrpSpPr>
        <p:cNvPr id="381" name="Shape 381"/>
        <p:cNvGrpSpPr/>
        <p:nvPr/>
      </p:nvGrpSpPr>
      <p:grpSpPr>
        <a:xfrm>
          <a:off x="0" y="0"/>
          <a:ext cx="0" cy="0"/>
          <a:chOff x="0" y="0"/>
          <a:chExt cx="0" cy="0"/>
        </a:xfrm>
      </p:grpSpPr>
      <p:sp>
        <p:nvSpPr>
          <p:cNvPr id="382" name="Google Shape;382;p19"/>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83" name="Google Shape;383;p19"/>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84" name="Google Shape;384;p19"/>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85" name="Google Shape;385;p19"/>
          <p:cNvSpPr txBox="1"/>
          <p:nvPr>
            <p:ph idx="2" type="subTitle"/>
          </p:nvPr>
        </p:nvSpPr>
        <p:spPr>
          <a:xfrm>
            <a:off x="637000" y="1820550"/>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86" name="Google Shape;386;p19"/>
          <p:cNvSpPr txBox="1"/>
          <p:nvPr>
            <p:ph idx="3" type="subTitle"/>
          </p:nvPr>
        </p:nvSpPr>
        <p:spPr>
          <a:xfrm>
            <a:off x="637000" y="3294325"/>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87" name="Google Shape;387;p19"/>
          <p:cNvSpPr txBox="1"/>
          <p:nvPr>
            <p:ph idx="4" type="subTitle"/>
          </p:nvPr>
        </p:nvSpPr>
        <p:spPr>
          <a:xfrm>
            <a:off x="5028175" y="1820550"/>
            <a:ext cx="702300" cy="776100"/>
          </a:xfrm>
          <a:prstGeom prst="rect">
            <a:avLst/>
          </a:prstGeom>
        </p:spPr>
        <p:txBody>
          <a:bodyPr anchorCtr="0" anchor="ctr" bIns="0" lIns="0" spcFirstLastPara="1" rIns="0" wrap="square" tIns="0">
            <a:noAutofit/>
          </a:bodyPr>
          <a:lstStyle>
            <a:lvl1pPr lvl="0" algn="ctr">
              <a:spcBef>
                <a:spcPts val="0"/>
              </a:spcBef>
              <a:spcAft>
                <a:spcPts val="0"/>
              </a:spcAft>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8" name="Google Shape;388;p19"/>
          <p:cNvSpPr txBox="1"/>
          <p:nvPr>
            <p:ph idx="5" type="subTitle"/>
          </p:nvPr>
        </p:nvSpPr>
        <p:spPr>
          <a:xfrm>
            <a:off x="5028175" y="3294325"/>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89" name="Google Shape;389;p19"/>
          <p:cNvSpPr txBox="1"/>
          <p:nvPr>
            <p:ph idx="6" type="subTitle"/>
          </p:nvPr>
        </p:nvSpPr>
        <p:spPr>
          <a:xfrm>
            <a:off x="1546000" y="1807825"/>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390" name="Google Shape;390;p19"/>
          <p:cNvSpPr txBox="1"/>
          <p:nvPr>
            <p:ph idx="7" type="subTitle"/>
          </p:nvPr>
        </p:nvSpPr>
        <p:spPr>
          <a:xfrm>
            <a:off x="1546000" y="3288350"/>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391" name="Google Shape;391;p19"/>
          <p:cNvSpPr txBox="1"/>
          <p:nvPr>
            <p:ph idx="8" type="subTitle"/>
          </p:nvPr>
        </p:nvSpPr>
        <p:spPr>
          <a:xfrm>
            <a:off x="5937175" y="1807825"/>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392" name="Google Shape;392;p19"/>
          <p:cNvSpPr txBox="1"/>
          <p:nvPr>
            <p:ph idx="9" type="subTitle"/>
          </p:nvPr>
        </p:nvSpPr>
        <p:spPr>
          <a:xfrm>
            <a:off x="5937175" y="3288350"/>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Black">
  <p:cSld name="BLANK_1_1_1_1_1_1">
    <p:spTree>
      <p:nvGrpSpPr>
        <p:cNvPr id="393" name="Shape 393"/>
        <p:cNvGrpSpPr/>
        <p:nvPr/>
      </p:nvGrpSpPr>
      <p:grpSpPr>
        <a:xfrm>
          <a:off x="0" y="0"/>
          <a:ext cx="0" cy="0"/>
          <a:chOff x="0" y="0"/>
          <a:chExt cx="0" cy="0"/>
        </a:xfrm>
      </p:grpSpPr>
      <p:cxnSp>
        <p:nvCxnSpPr>
          <p:cNvPr id="394" name="Google Shape;394;p20"/>
          <p:cNvCxnSpPr/>
          <p:nvPr/>
        </p:nvCxnSpPr>
        <p:spPr>
          <a:xfrm>
            <a:off x="3518300" y="712833"/>
            <a:ext cx="5617500" cy="0"/>
          </a:xfrm>
          <a:prstGeom prst="straightConnector1">
            <a:avLst/>
          </a:prstGeom>
          <a:noFill/>
          <a:ln cap="flat" cmpd="sng" w="9525">
            <a:solidFill>
              <a:schemeClr val="accent5"/>
            </a:solidFill>
            <a:prstDash val="solid"/>
            <a:round/>
            <a:headEnd len="med" w="med" type="none"/>
            <a:tailEnd len="med" w="med" type="none"/>
          </a:ln>
        </p:spPr>
      </p:cxnSp>
      <p:cxnSp>
        <p:nvCxnSpPr>
          <p:cNvPr id="395" name="Google Shape;395;p20"/>
          <p:cNvCxnSpPr>
            <a:stCxn id="396" idx="1"/>
            <a:endCxn id="397" idx="3"/>
          </p:cNvCxnSpPr>
          <p:nvPr/>
        </p:nvCxnSpPr>
        <p:spPr>
          <a:xfrm>
            <a:off x="2641916" y="1598375"/>
            <a:ext cx="0" cy="1332300"/>
          </a:xfrm>
          <a:prstGeom prst="straightConnector1">
            <a:avLst/>
          </a:prstGeom>
          <a:noFill/>
          <a:ln cap="flat" cmpd="sng" w="9525">
            <a:solidFill>
              <a:schemeClr val="accent5"/>
            </a:solidFill>
            <a:prstDash val="solid"/>
            <a:round/>
            <a:headEnd len="med" w="med" type="none"/>
            <a:tailEnd len="med" w="med" type="none"/>
          </a:ln>
        </p:spPr>
      </p:cxnSp>
      <p:cxnSp>
        <p:nvCxnSpPr>
          <p:cNvPr id="398" name="Google Shape;398;p20"/>
          <p:cNvCxnSpPr/>
          <p:nvPr/>
        </p:nvCxnSpPr>
        <p:spPr>
          <a:xfrm rot="10800000">
            <a:off x="-19425" y="711675"/>
            <a:ext cx="936600" cy="936600"/>
          </a:xfrm>
          <a:prstGeom prst="straightConnector1">
            <a:avLst/>
          </a:prstGeom>
          <a:noFill/>
          <a:ln cap="flat" cmpd="sng" w="9525">
            <a:solidFill>
              <a:schemeClr val="accent5"/>
            </a:solidFill>
            <a:prstDash val="solid"/>
            <a:round/>
            <a:headEnd len="med" w="med" type="none"/>
            <a:tailEnd len="med" w="med" type="none"/>
          </a:ln>
        </p:spPr>
      </p:cxnSp>
      <p:cxnSp>
        <p:nvCxnSpPr>
          <p:cNvPr id="399" name="Google Shape;399;p20"/>
          <p:cNvCxnSpPr/>
          <p:nvPr/>
        </p:nvCxnSpPr>
        <p:spPr>
          <a:xfrm rot="10800000">
            <a:off x="1464900" y="-8025"/>
            <a:ext cx="958800" cy="958800"/>
          </a:xfrm>
          <a:prstGeom prst="straightConnector1">
            <a:avLst/>
          </a:prstGeom>
          <a:noFill/>
          <a:ln cap="flat" cmpd="sng" w="9525">
            <a:solidFill>
              <a:schemeClr val="accent5"/>
            </a:solidFill>
            <a:prstDash val="solid"/>
            <a:round/>
            <a:headEnd len="med" w="med" type="none"/>
            <a:tailEnd len="med" w="med" type="none"/>
          </a:ln>
        </p:spPr>
      </p:cxnSp>
      <p:sp>
        <p:nvSpPr>
          <p:cNvPr id="396" name="Google Shape;396;p20"/>
          <p:cNvSpPr/>
          <p:nvPr/>
        </p:nvSpPr>
        <p:spPr>
          <a:xfrm flipH="1">
            <a:off x="1761266" y="-614125"/>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00" name="Google Shape;400;p20"/>
          <p:cNvCxnSpPr/>
          <p:nvPr/>
        </p:nvCxnSpPr>
        <p:spPr>
          <a:xfrm rot="10800000">
            <a:off x="709975" y="3201569"/>
            <a:ext cx="1758300" cy="1758300"/>
          </a:xfrm>
          <a:prstGeom prst="straightConnector1">
            <a:avLst/>
          </a:prstGeom>
          <a:noFill/>
          <a:ln cap="flat" cmpd="sng" w="9525">
            <a:solidFill>
              <a:schemeClr val="accent5"/>
            </a:solidFill>
            <a:prstDash val="solid"/>
            <a:round/>
            <a:headEnd len="med" w="med" type="none"/>
            <a:tailEnd len="med" w="med" type="none"/>
          </a:ln>
        </p:spPr>
      </p:cxnSp>
      <p:sp>
        <p:nvSpPr>
          <p:cNvPr id="397" name="Google Shape;397;p20"/>
          <p:cNvSpPr/>
          <p:nvPr/>
        </p:nvSpPr>
        <p:spPr>
          <a:xfrm>
            <a:off x="1761265" y="2930748"/>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01" name="Google Shape;401;p20"/>
          <p:cNvCxnSpPr/>
          <p:nvPr/>
        </p:nvCxnSpPr>
        <p:spPr>
          <a:xfrm flipH="1" rot="10800000">
            <a:off x="-23900" y="3541825"/>
            <a:ext cx="1163100" cy="1163100"/>
          </a:xfrm>
          <a:prstGeom prst="straightConnector1">
            <a:avLst/>
          </a:prstGeom>
          <a:noFill/>
          <a:ln cap="flat" cmpd="sng" w="9525">
            <a:solidFill>
              <a:schemeClr val="accent5"/>
            </a:solidFill>
            <a:prstDash val="solid"/>
            <a:round/>
            <a:headEnd len="med" w="med" type="none"/>
            <a:tailEnd len="med" w="med" type="none"/>
          </a:ln>
        </p:spPr>
      </p:cxnSp>
      <p:sp>
        <p:nvSpPr>
          <p:cNvPr id="402" name="Google Shape;402;p20"/>
          <p:cNvSpPr/>
          <p:nvPr/>
        </p:nvSpPr>
        <p:spPr>
          <a:xfrm flipH="1">
            <a:off x="-34" y="1598375"/>
            <a:ext cx="1761300" cy="22125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03" name="Google Shape;403;p20"/>
          <p:cNvSpPr txBox="1"/>
          <p:nvPr>
            <p:ph idx="1" type="subTitle"/>
          </p:nvPr>
        </p:nvSpPr>
        <p:spPr>
          <a:xfrm>
            <a:off x="3948800" y="2677300"/>
            <a:ext cx="4966500" cy="20064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04" name="Google Shape;404;p20"/>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Green">
  <p:cSld name="BLANK_1_1_1_1_1_1_2">
    <p:bg>
      <p:bgPr>
        <a:solidFill>
          <a:schemeClr val="accent5"/>
        </a:solidFill>
      </p:bgPr>
    </p:bg>
    <p:spTree>
      <p:nvGrpSpPr>
        <p:cNvPr id="405" name="Shape 405"/>
        <p:cNvGrpSpPr/>
        <p:nvPr/>
      </p:nvGrpSpPr>
      <p:grpSpPr>
        <a:xfrm>
          <a:off x="0" y="0"/>
          <a:ext cx="0" cy="0"/>
          <a:chOff x="0" y="0"/>
          <a:chExt cx="0" cy="0"/>
        </a:xfrm>
      </p:grpSpPr>
      <p:cxnSp>
        <p:nvCxnSpPr>
          <p:cNvPr id="406" name="Google Shape;406;p21"/>
          <p:cNvCxnSpPr/>
          <p:nvPr/>
        </p:nvCxnSpPr>
        <p:spPr>
          <a:xfrm>
            <a:off x="3518300" y="712833"/>
            <a:ext cx="5617500" cy="0"/>
          </a:xfrm>
          <a:prstGeom prst="straightConnector1">
            <a:avLst/>
          </a:prstGeom>
          <a:noFill/>
          <a:ln cap="flat" cmpd="sng" w="9525">
            <a:solidFill>
              <a:schemeClr val="accent4"/>
            </a:solidFill>
            <a:prstDash val="solid"/>
            <a:round/>
            <a:headEnd len="med" w="med" type="none"/>
            <a:tailEnd len="med" w="med" type="none"/>
          </a:ln>
        </p:spPr>
      </p:cxnSp>
      <p:cxnSp>
        <p:nvCxnSpPr>
          <p:cNvPr id="407" name="Google Shape;407;p21"/>
          <p:cNvCxnSpPr>
            <a:stCxn id="408" idx="1"/>
            <a:endCxn id="409" idx="3"/>
          </p:cNvCxnSpPr>
          <p:nvPr/>
        </p:nvCxnSpPr>
        <p:spPr>
          <a:xfrm>
            <a:off x="2641916" y="1598375"/>
            <a:ext cx="0" cy="1332300"/>
          </a:xfrm>
          <a:prstGeom prst="straightConnector1">
            <a:avLst/>
          </a:prstGeom>
          <a:noFill/>
          <a:ln cap="flat" cmpd="sng" w="9525">
            <a:solidFill>
              <a:schemeClr val="accent4"/>
            </a:solidFill>
            <a:prstDash val="solid"/>
            <a:round/>
            <a:headEnd len="med" w="med" type="none"/>
            <a:tailEnd len="med" w="med" type="none"/>
          </a:ln>
        </p:spPr>
      </p:cxnSp>
      <p:cxnSp>
        <p:nvCxnSpPr>
          <p:cNvPr id="410" name="Google Shape;410;p21"/>
          <p:cNvCxnSpPr/>
          <p:nvPr/>
        </p:nvCxnSpPr>
        <p:spPr>
          <a:xfrm rot="10800000">
            <a:off x="-19425" y="711675"/>
            <a:ext cx="936600" cy="936600"/>
          </a:xfrm>
          <a:prstGeom prst="straightConnector1">
            <a:avLst/>
          </a:prstGeom>
          <a:noFill/>
          <a:ln cap="flat" cmpd="sng" w="9525">
            <a:solidFill>
              <a:schemeClr val="accent4"/>
            </a:solidFill>
            <a:prstDash val="solid"/>
            <a:round/>
            <a:headEnd len="med" w="med" type="none"/>
            <a:tailEnd len="med" w="med" type="none"/>
          </a:ln>
        </p:spPr>
      </p:cxnSp>
      <p:cxnSp>
        <p:nvCxnSpPr>
          <p:cNvPr id="411" name="Google Shape;411;p21"/>
          <p:cNvCxnSpPr/>
          <p:nvPr/>
        </p:nvCxnSpPr>
        <p:spPr>
          <a:xfrm rot="10800000">
            <a:off x="1464900" y="-8025"/>
            <a:ext cx="958800" cy="958800"/>
          </a:xfrm>
          <a:prstGeom prst="straightConnector1">
            <a:avLst/>
          </a:prstGeom>
          <a:noFill/>
          <a:ln cap="flat" cmpd="sng" w="9525">
            <a:solidFill>
              <a:schemeClr val="accent4"/>
            </a:solidFill>
            <a:prstDash val="solid"/>
            <a:round/>
            <a:headEnd len="med" w="med" type="none"/>
            <a:tailEnd len="med" w="med" type="none"/>
          </a:ln>
        </p:spPr>
      </p:cxnSp>
      <p:sp>
        <p:nvSpPr>
          <p:cNvPr id="408" name="Google Shape;408;p21"/>
          <p:cNvSpPr/>
          <p:nvPr/>
        </p:nvSpPr>
        <p:spPr>
          <a:xfrm flipH="1">
            <a:off x="1761266" y="-614125"/>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12" name="Google Shape;412;p21"/>
          <p:cNvCxnSpPr/>
          <p:nvPr/>
        </p:nvCxnSpPr>
        <p:spPr>
          <a:xfrm rot="10800000">
            <a:off x="709975" y="3201569"/>
            <a:ext cx="1758300" cy="1758300"/>
          </a:xfrm>
          <a:prstGeom prst="straightConnector1">
            <a:avLst/>
          </a:prstGeom>
          <a:noFill/>
          <a:ln cap="flat" cmpd="sng" w="9525">
            <a:solidFill>
              <a:schemeClr val="accent4"/>
            </a:solidFill>
            <a:prstDash val="solid"/>
            <a:round/>
            <a:headEnd len="med" w="med" type="none"/>
            <a:tailEnd len="med" w="med" type="none"/>
          </a:ln>
        </p:spPr>
      </p:cxnSp>
      <p:sp>
        <p:nvSpPr>
          <p:cNvPr id="409" name="Google Shape;409;p21"/>
          <p:cNvSpPr/>
          <p:nvPr/>
        </p:nvSpPr>
        <p:spPr>
          <a:xfrm>
            <a:off x="1761265" y="2930748"/>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13" name="Google Shape;413;p21"/>
          <p:cNvCxnSpPr/>
          <p:nvPr/>
        </p:nvCxnSpPr>
        <p:spPr>
          <a:xfrm flipH="1" rot="10800000">
            <a:off x="-23900" y="3541825"/>
            <a:ext cx="1163100" cy="1163100"/>
          </a:xfrm>
          <a:prstGeom prst="straightConnector1">
            <a:avLst/>
          </a:prstGeom>
          <a:noFill/>
          <a:ln cap="flat" cmpd="sng" w="9525">
            <a:solidFill>
              <a:schemeClr val="accent4"/>
            </a:solidFill>
            <a:prstDash val="solid"/>
            <a:round/>
            <a:headEnd len="med" w="med" type="none"/>
            <a:tailEnd len="med" w="med" type="none"/>
          </a:ln>
        </p:spPr>
      </p:cxnSp>
      <p:sp>
        <p:nvSpPr>
          <p:cNvPr id="414" name="Google Shape;414;p21"/>
          <p:cNvSpPr/>
          <p:nvPr/>
        </p:nvSpPr>
        <p:spPr>
          <a:xfrm flipH="1">
            <a:off x="-34" y="1598375"/>
            <a:ext cx="1761300" cy="22125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15" name="Google Shape;415;p21"/>
          <p:cNvSpPr txBox="1"/>
          <p:nvPr>
            <p:ph idx="1" type="subTitle"/>
          </p:nvPr>
        </p:nvSpPr>
        <p:spPr>
          <a:xfrm>
            <a:off x="3948800" y="2677301"/>
            <a:ext cx="4941000" cy="19299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16" name="Google Shape;416;p21"/>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 description">
  <p:cSld name="BLANK_1_1_1_1_1_1_1_1_1_1_1">
    <p:spTree>
      <p:nvGrpSpPr>
        <p:cNvPr id="417" name="Shape 417"/>
        <p:cNvGrpSpPr/>
        <p:nvPr/>
      </p:nvGrpSpPr>
      <p:grpSpPr>
        <a:xfrm>
          <a:off x="0" y="0"/>
          <a:ext cx="0" cy="0"/>
          <a:chOff x="0" y="0"/>
          <a:chExt cx="0" cy="0"/>
        </a:xfrm>
      </p:grpSpPr>
      <p:sp>
        <p:nvSpPr>
          <p:cNvPr id="418" name="Google Shape;418;p22"/>
          <p:cNvSpPr txBox="1"/>
          <p:nvPr>
            <p:ph idx="1" type="subTitle"/>
          </p:nvPr>
        </p:nvSpPr>
        <p:spPr>
          <a:xfrm>
            <a:off x="4782025" y="1731500"/>
            <a:ext cx="19269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19" name="Google Shape;419;p22"/>
          <p:cNvSpPr txBox="1"/>
          <p:nvPr>
            <p:ph type="title"/>
          </p:nvPr>
        </p:nvSpPr>
        <p:spPr>
          <a:xfrm>
            <a:off x="1392601" y="836575"/>
            <a:ext cx="3205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sz="4000">
                <a:solidFill>
                  <a:schemeClr val="lt1"/>
                </a:solidFill>
              </a:defRPr>
            </a:lvl2pPr>
            <a:lvl3pPr lvl="2">
              <a:lnSpc>
                <a:spcPct val="115000"/>
              </a:lnSpc>
              <a:spcBef>
                <a:spcPts val="0"/>
              </a:spcBef>
              <a:spcAft>
                <a:spcPts val="0"/>
              </a:spcAft>
              <a:buNone/>
              <a:defRPr sz="4000">
                <a:solidFill>
                  <a:schemeClr val="lt1"/>
                </a:solidFill>
              </a:defRPr>
            </a:lvl3pPr>
            <a:lvl4pPr lvl="3">
              <a:lnSpc>
                <a:spcPct val="115000"/>
              </a:lnSpc>
              <a:spcBef>
                <a:spcPts val="0"/>
              </a:spcBef>
              <a:spcAft>
                <a:spcPts val="0"/>
              </a:spcAft>
              <a:buNone/>
              <a:defRPr sz="4000">
                <a:solidFill>
                  <a:schemeClr val="lt1"/>
                </a:solidFill>
              </a:defRPr>
            </a:lvl4pPr>
            <a:lvl5pPr lvl="4">
              <a:lnSpc>
                <a:spcPct val="115000"/>
              </a:lnSpc>
              <a:spcBef>
                <a:spcPts val="0"/>
              </a:spcBef>
              <a:spcAft>
                <a:spcPts val="0"/>
              </a:spcAft>
              <a:buNone/>
              <a:defRPr sz="4000">
                <a:solidFill>
                  <a:schemeClr val="lt1"/>
                </a:solidFill>
              </a:defRPr>
            </a:lvl5pPr>
            <a:lvl6pPr lvl="5">
              <a:lnSpc>
                <a:spcPct val="115000"/>
              </a:lnSpc>
              <a:spcBef>
                <a:spcPts val="0"/>
              </a:spcBef>
              <a:spcAft>
                <a:spcPts val="0"/>
              </a:spcAft>
              <a:buNone/>
              <a:defRPr sz="4000">
                <a:solidFill>
                  <a:schemeClr val="lt1"/>
                </a:solidFill>
              </a:defRPr>
            </a:lvl6pPr>
            <a:lvl7pPr lvl="6">
              <a:lnSpc>
                <a:spcPct val="115000"/>
              </a:lnSpc>
              <a:spcBef>
                <a:spcPts val="0"/>
              </a:spcBef>
              <a:spcAft>
                <a:spcPts val="0"/>
              </a:spcAft>
              <a:buNone/>
              <a:defRPr sz="4000">
                <a:solidFill>
                  <a:schemeClr val="lt1"/>
                </a:solidFill>
              </a:defRPr>
            </a:lvl7pPr>
            <a:lvl8pPr lvl="7">
              <a:lnSpc>
                <a:spcPct val="115000"/>
              </a:lnSpc>
              <a:spcBef>
                <a:spcPts val="0"/>
              </a:spcBef>
              <a:spcAft>
                <a:spcPts val="0"/>
              </a:spcAft>
              <a:buNone/>
              <a:defRPr sz="4000">
                <a:solidFill>
                  <a:schemeClr val="lt1"/>
                </a:solidFill>
              </a:defRPr>
            </a:lvl8pPr>
            <a:lvl9pPr lvl="8">
              <a:lnSpc>
                <a:spcPct val="115000"/>
              </a:lnSpc>
              <a:spcBef>
                <a:spcPts val="0"/>
              </a:spcBef>
              <a:spcAft>
                <a:spcPts val="0"/>
              </a:spcAft>
              <a:buNone/>
              <a:defRPr sz="4000">
                <a:solidFill>
                  <a:schemeClr val="lt1"/>
                </a:solidFill>
              </a:defRPr>
            </a:lvl9pPr>
          </a:lstStyle>
          <a:p/>
        </p:txBody>
      </p:sp>
      <p:sp>
        <p:nvSpPr>
          <p:cNvPr id="420" name="Google Shape;420;p22"/>
          <p:cNvSpPr/>
          <p:nvPr/>
        </p:nvSpPr>
        <p:spPr>
          <a:xfrm>
            <a:off x="1" y="1262825"/>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21" name="Google Shape;421;p22"/>
          <p:cNvSpPr/>
          <p:nvPr/>
        </p:nvSpPr>
        <p:spPr>
          <a:xfrm>
            <a:off x="1" y="2556277"/>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22" name="Google Shape;422;p22"/>
          <p:cNvSpPr/>
          <p:nvPr/>
        </p:nvSpPr>
        <p:spPr>
          <a:xfrm>
            <a:off x="1" y="3849830"/>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23" name="Google Shape;423;p22"/>
          <p:cNvSpPr/>
          <p:nvPr/>
        </p:nvSpPr>
        <p:spPr>
          <a:xfrm>
            <a:off x="0" y="0"/>
            <a:ext cx="1187700" cy="1262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24" name="Google Shape;424;p22"/>
          <p:cNvSpPr txBox="1"/>
          <p:nvPr>
            <p:ph idx="2" type="subTitle"/>
          </p:nvPr>
        </p:nvSpPr>
        <p:spPr>
          <a:xfrm>
            <a:off x="4944882" y="1875150"/>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25" name="Google Shape;425;p22"/>
          <p:cNvSpPr txBox="1"/>
          <p:nvPr>
            <p:ph idx="3" type="subTitle"/>
          </p:nvPr>
        </p:nvSpPr>
        <p:spPr>
          <a:xfrm>
            <a:off x="4782025" y="2682477"/>
            <a:ext cx="1926900" cy="3015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26" name="Google Shape;426;p22"/>
          <p:cNvSpPr txBox="1"/>
          <p:nvPr>
            <p:ph idx="4" type="subTitle"/>
          </p:nvPr>
        </p:nvSpPr>
        <p:spPr>
          <a:xfrm>
            <a:off x="4944882" y="2826125"/>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27" name="Google Shape;427;p22"/>
          <p:cNvSpPr txBox="1"/>
          <p:nvPr>
            <p:ph idx="5" type="subTitle"/>
          </p:nvPr>
        </p:nvSpPr>
        <p:spPr>
          <a:xfrm>
            <a:off x="4782025" y="3628000"/>
            <a:ext cx="19269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28" name="Google Shape;428;p22"/>
          <p:cNvSpPr txBox="1"/>
          <p:nvPr>
            <p:ph idx="6" type="subTitle"/>
          </p:nvPr>
        </p:nvSpPr>
        <p:spPr>
          <a:xfrm>
            <a:off x="4944882" y="3771650"/>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29" name="Google Shape;429;p22"/>
          <p:cNvSpPr txBox="1"/>
          <p:nvPr>
            <p:ph idx="7" type="subTitle"/>
          </p:nvPr>
        </p:nvSpPr>
        <p:spPr>
          <a:xfrm>
            <a:off x="7123375" y="1731500"/>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30" name="Google Shape;430;p22"/>
          <p:cNvSpPr txBox="1"/>
          <p:nvPr>
            <p:ph idx="8" type="subTitle"/>
          </p:nvPr>
        </p:nvSpPr>
        <p:spPr>
          <a:xfrm>
            <a:off x="7278029" y="1875150"/>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31" name="Google Shape;431;p22"/>
          <p:cNvSpPr txBox="1"/>
          <p:nvPr>
            <p:ph idx="9" type="subTitle"/>
          </p:nvPr>
        </p:nvSpPr>
        <p:spPr>
          <a:xfrm>
            <a:off x="7123375" y="2682477"/>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32" name="Google Shape;432;p22"/>
          <p:cNvSpPr txBox="1"/>
          <p:nvPr>
            <p:ph idx="13" type="subTitle"/>
          </p:nvPr>
        </p:nvSpPr>
        <p:spPr>
          <a:xfrm>
            <a:off x="7278029" y="2826127"/>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33" name="Google Shape;433;p22"/>
          <p:cNvSpPr txBox="1"/>
          <p:nvPr>
            <p:ph idx="14" type="subTitle"/>
          </p:nvPr>
        </p:nvSpPr>
        <p:spPr>
          <a:xfrm>
            <a:off x="7123375" y="3628000"/>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34" name="Google Shape;434;p22"/>
          <p:cNvSpPr txBox="1"/>
          <p:nvPr>
            <p:ph idx="15" type="subTitle"/>
          </p:nvPr>
        </p:nvSpPr>
        <p:spPr>
          <a:xfrm>
            <a:off x="7278029" y="3771650"/>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BLANK_1_1_1_1_1_1_1_1_1_1_1_2">
    <p:spTree>
      <p:nvGrpSpPr>
        <p:cNvPr id="435" name="Shape 435"/>
        <p:cNvGrpSpPr/>
        <p:nvPr/>
      </p:nvGrpSpPr>
      <p:grpSpPr>
        <a:xfrm>
          <a:off x="0" y="0"/>
          <a:ext cx="0" cy="0"/>
          <a:chOff x="0" y="0"/>
          <a:chExt cx="0" cy="0"/>
        </a:xfrm>
      </p:grpSpPr>
      <p:sp>
        <p:nvSpPr>
          <p:cNvPr id="436" name="Google Shape;436;p23"/>
          <p:cNvSpPr txBox="1"/>
          <p:nvPr>
            <p:ph idx="1" type="subTitle"/>
          </p:nvPr>
        </p:nvSpPr>
        <p:spPr>
          <a:xfrm>
            <a:off x="5711285" y="1731500"/>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37" name="Google Shape;437;p23"/>
          <p:cNvSpPr txBox="1"/>
          <p:nvPr>
            <p:ph type="title"/>
          </p:nvPr>
        </p:nvSpPr>
        <p:spPr>
          <a:xfrm>
            <a:off x="1392601" y="836575"/>
            <a:ext cx="3205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sz="4000">
                <a:solidFill>
                  <a:schemeClr val="lt1"/>
                </a:solidFill>
              </a:defRPr>
            </a:lvl2pPr>
            <a:lvl3pPr lvl="2">
              <a:lnSpc>
                <a:spcPct val="115000"/>
              </a:lnSpc>
              <a:spcBef>
                <a:spcPts val="0"/>
              </a:spcBef>
              <a:spcAft>
                <a:spcPts val="0"/>
              </a:spcAft>
              <a:buNone/>
              <a:defRPr sz="4000">
                <a:solidFill>
                  <a:schemeClr val="lt1"/>
                </a:solidFill>
              </a:defRPr>
            </a:lvl3pPr>
            <a:lvl4pPr lvl="3">
              <a:lnSpc>
                <a:spcPct val="115000"/>
              </a:lnSpc>
              <a:spcBef>
                <a:spcPts val="0"/>
              </a:spcBef>
              <a:spcAft>
                <a:spcPts val="0"/>
              </a:spcAft>
              <a:buNone/>
              <a:defRPr sz="4000">
                <a:solidFill>
                  <a:schemeClr val="lt1"/>
                </a:solidFill>
              </a:defRPr>
            </a:lvl4pPr>
            <a:lvl5pPr lvl="4">
              <a:lnSpc>
                <a:spcPct val="115000"/>
              </a:lnSpc>
              <a:spcBef>
                <a:spcPts val="0"/>
              </a:spcBef>
              <a:spcAft>
                <a:spcPts val="0"/>
              </a:spcAft>
              <a:buNone/>
              <a:defRPr sz="4000">
                <a:solidFill>
                  <a:schemeClr val="lt1"/>
                </a:solidFill>
              </a:defRPr>
            </a:lvl5pPr>
            <a:lvl6pPr lvl="5">
              <a:lnSpc>
                <a:spcPct val="115000"/>
              </a:lnSpc>
              <a:spcBef>
                <a:spcPts val="0"/>
              </a:spcBef>
              <a:spcAft>
                <a:spcPts val="0"/>
              </a:spcAft>
              <a:buNone/>
              <a:defRPr sz="4000">
                <a:solidFill>
                  <a:schemeClr val="lt1"/>
                </a:solidFill>
              </a:defRPr>
            </a:lvl6pPr>
            <a:lvl7pPr lvl="6">
              <a:lnSpc>
                <a:spcPct val="115000"/>
              </a:lnSpc>
              <a:spcBef>
                <a:spcPts val="0"/>
              </a:spcBef>
              <a:spcAft>
                <a:spcPts val="0"/>
              </a:spcAft>
              <a:buNone/>
              <a:defRPr sz="4000">
                <a:solidFill>
                  <a:schemeClr val="lt1"/>
                </a:solidFill>
              </a:defRPr>
            </a:lvl7pPr>
            <a:lvl8pPr lvl="7">
              <a:lnSpc>
                <a:spcPct val="115000"/>
              </a:lnSpc>
              <a:spcBef>
                <a:spcPts val="0"/>
              </a:spcBef>
              <a:spcAft>
                <a:spcPts val="0"/>
              </a:spcAft>
              <a:buNone/>
              <a:defRPr sz="4000">
                <a:solidFill>
                  <a:schemeClr val="lt1"/>
                </a:solidFill>
              </a:defRPr>
            </a:lvl8pPr>
            <a:lvl9pPr lvl="8">
              <a:lnSpc>
                <a:spcPct val="115000"/>
              </a:lnSpc>
              <a:spcBef>
                <a:spcPts val="0"/>
              </a:spcBef>
              <a:spcAft>
                <a:spcPts val="0"/>
              </a:spcAft>
              <a:buNone/>
              <a:defRPr sz="4000">
                <a:solidFill>
                  <a:schemeClr val="lt1"/>
                </a:solidFill>
              </a:defRPr>
            </a:lvl9pPr>
          </a:lstStyle>
          <a:p/>
        </p:txBody>
      </p:sp>
      <p:sp>
        <p:nvSpPr>
          <p:cNvPr id="438" name="Google Shape;438;p23"/>
          <p:cNvSpPr/>
          <p:nvPr/>
        </p:nvSpPr>
        <p:spPr>
          <a:xfrm>
            <a:off x="1" y="1262825"/>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39" name="Google Shape;439;p23"/>
          <p:cNvSpPr/>
          <p:nvPr/>
        </p:nvSpPr>
        <p:spPr>
          <a:xfrm>
            <a:off x="1" y="2556277"/>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40" name="Google Shape;440;p23"/>
          <p:cNvSpPr/>
          <p:nvPr/>
        </p:nvSpPr>
        <p:spPr>
          <a:xfrm>
            <a:off x="1" y="3849830"/>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41" name="Google Shape;441;p23"/>
          <p:cNvSpPr/>
          <p:nvPr/>
        </p:nvSpPr>
        <p:spPr>
          <a:xfrm>
            <a:off x="0" y="0"/>
            <a:ext cx="1187700" cy="1262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42" name="Google Shape;442;p23"/>
          <p:cNvSpPr txBox="1"/>
          <p:nvPr>
            <p:ph idx="2" type="subTitle"/>
          </p:nvPr>
        </p:nvSpPr>
        <p:spPr>
          <a:xfrm>
            <a:off x="5711285" y="225047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43" name="Google Shape;443;p23"/>
          <p:cNvSpPr txBox="1"/>
          <p:nvPr>
            <p:ph idx="3" type="subTitle"/>
          </p:nvPr>
        </p:nvSpPr>
        <p:spPr>
          <a:xfrm>
            <a:off x="5711285" y="2769450"/>
            <a:ext cx="2846700" cy="301500"/>
          </a:xfrm>
          <a:prstGeom prst="rect">
            <a:avLst/>
          </a:prstGeom>
        </p:spPr>
        <p:txBody>
          <a:bodyPr anchorCtr="0" anchor="b" bIns="91425" lIns="91425" spcFirstLastPara="1" rIns="91425" wrap="square" tIns="91425">
            <a:noAutofit/>
          </a:bodyPr>
          <a:lstStyle>
            <a:lvl1pPr lvl="0">
              <a:spcBef>
                <a:spcPts val="0"/>
              </a:spcBef>
              <a:spcAft>
                <a:spcPts val="0"/>
              </a:spcAft>
              <a:buSzPts val="1400"/>
              <a:buFont typeface="Red Hat Display"/>
              <a:buNone/>
              <a:defRPr/>
            </a:lvl1pPr>
            <a:lvl2pPr lvl="1">
              <a:spcBef>
                <a:spcPts val="0"/>
              </a:spcBef>
              <a:spcAft>
                <a:spcPts val="0"/>
              </a:spcAft>
              <a:buSzPts val="1400"/>
              <a:buFont typeface="Red Hat Display"/>
              <a:buNone/>
              <a:defRPr/>
            </a:lvl2pPr>
            <a:lvl3pPr lvl="2">
              <a:spcBef>
                <a:spcPts val="0"/>
              </a:spcBef>
              <a:spcAft>
                <a:spcPts val="0"/>
              </a:spcAft>
              <a:buSzPts val="1400"/>
              <a:buFont typeface="Red Hat Display"/>
              <a:buNone/>
              <a:defRPr/>
            </a:lvl3pPr>
            <a:lvl4pPr lvl="3">
              <a:spcBef>
                <a:spcPts val="0"/>
              </a:spcBef>
              <a:spcAft>
                <a:spcPts val="0"/>
              </a:spcAft>
              <a:buSzPts val="1400"/>
              <a:buFont typeface="Red Hat Display"/>
              <a:buNone/>
              <a:defRPr/>
            </a:lvl4pPr>
            <a:lvl5pPr lvl="4">
              <a:spcBef>
                <a:spcPts val="0"/>
              </a:spcBef>
              <a:spcAft>
                <a:spcPts val="0"/>
              </a:spcAft>
              <a:buSzPts val="1400"/>
              <a:buFont typeface="Red Hat Display"/>
              <a:buNone/>
              <a:defRPr/>
            </a:lvl5pPr>
            <a:lvl6pPr lvl="5">
              <a:spcBef>
                <a:spcPts val="0"/>
              </a:spcBef>
              <a:spcAft>
                <a:spcPts val="0"/>
              </a:spcAft>
              <a:buSzPts val="1400"/>
              <a:buFont typeface="Red Hat Display"/>
              <a:buNone/>
              <a:defRPr/>
            </a:lvl6pPr>
            <a:lvl7pPr lvl="6">
              <a:spcBef>
                <a:spcPts val="0"/>
              </a:spcBef>
              <a:spcAft>
                <a:spcPts val="0"/>
              </a:spcAft>
              <a:buSzPts val="1400"/>
              <a:buFont typeface="Red Hat Display"/>
              <a:buNone/>
              <a:defRPr/>
            </a:lvl7pPr>
            <a:lvl8pPr lvl="7">
              <a:spcBef>
                <a:spcPts val="0"/>
              </a:spcBef>
              <a:spcAft>
                <a:spcPts val="0"/>
              </a:spcAft>
              <a:buSzPts val="1400"/>
              <a:buFont typeface="Red Hat Display"/>
              <a:buNone/>
              <a:defRPr/>
            </a:lvl8pPr>
            <a:lvl9pPr lvl="8">
              <a:spcBef>
                <a:spcPts val="0"/>
              </a:spcBef>
              <a:spcAft>
                <a:spcPts val="0"/>
              </a:spcAft>
              <a:buSzPts val="1400"/>
              <a:buFont typeface="Red Hat Display"/>
              <a:buNone/>
              <a:defRPr/>
            </a:lvl9pPr>
          </a:lstStyle>
          <a:p/>
        </p:txBody>
      </p:sp>
      <p:sp>
        <p:nvSpPr>
          <p:cNvPr id="444" name="Google Shape;444;p23"/>
          <p:cNvSpPr txBox="1"/>
          <p:nvPr>
            <p:ph idx="4" type="subTitle"/>
          </p:nvPr>
        </p:nvSpPr>
        <p:spPr>
          <a:xfrm>
            <a:off x="5711285" y="328842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45" name="Google Shape;445;p23"/>
          <p:cNvSpPr txBox="1"/>
          <p:nvPr>
            <p:ph idx="5" type="subTitle"/>
          </p:nvPr>
        </p:nvSpPr>
        <p:spPr>
          <a:xfrm>
            <a:off x="5711285" y="3807400"/>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46" name="Google Shape;446;p23"/>
          <p:cNvSpPr txBox="1"/>
          <p:nvPr>
            <p:ph idx="6" type="subTitle"/>
          </p:nvPr>
        </p:nvSpPr>
        <p:spPr>
          <a:xfrm>
            <a:off x="5711285" y="432637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6">
    <p:spTree>
      <p:nvGrpSpPr>
        <p:cNvPr id="447" name="Shape 447"/>
        <p:cNvGrpSpPr/>
        <p:nvPr/>
      </p:nvGrpSpPr>
      <p:grpSpPr>
        <a:xfrm>
          <a:off x="0" y="0"/>
          <a:ext cx="0" cy="0"/>
          <a:chOff x="0" y="0"/>
          <a:chExt cx="0" cy="0"/>
        </a:xfrm>
      </p:grpSpPr>
      <p:sp>
        <p:nvSpPr>
          <p:cNvPr id="448" name="Google Shape;448;p24"/>
          <p:cNvSpPr/>
          <p:nvPr/>
        </p:nvSpPr>
        <p:spPr>
          <a:xfrm rot="5400000">
            <a:off x="446600" y="-454900"/>
            <a:ext cx="2712900" cy="3605700"/>
          </a:xfrm>
          <a:prstGeom prst="snip1Rect">
            <a:avLst>
              <a:gd fmla="val 39812"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49" name="Google Shape;449;p24"/>
          <p:cNvSpPr txBox="1"/>
          <p:nvPr>
            <p:ph type="title"/>
          </p:nvPr>
        </p:nvSpPr>
        <p:spPr>
          <a:xfrm>
            <a:off x="228600" y="525200"/>
            <a:ext cx="31545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450" name="Google Shape;450;p24"/>
          <p:cNvSpPr txBox="1"/>
          <p:nvPr>
            <p:ph idx="1" type="subTitle"/>
          </p:nvPr>
        </p:nvSpPr>
        <p:spPr>
          <a:xfrm>
            <a:off x="228600" y="1185575"/>
            <a:ext cx="2806800" cy="954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51" name="Google Shape;451;p24"/>
          <p:cNvSpPr txBox="1"/>
          <p:nvPr>
            <p:ph idx="2" type="subTitle"/>
          </p:nvPr>
        </p:nvSpPr>
        <p:spPr>
          <a:xfrm>
            <a:off x="4784300" y="1597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52" name="Google Shape;452;p24"/>
          <p:cNvSpPr txBox="1"/>
          <p:nvPr>
            <p:ph idx="3" type="subTitle"/>
          </p:nvPr>
        </p:nvSpPr>
        <p:spPr>
          <a:xfrm>
            <a:off x="6129000" y="1600050"/>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53" name="Google Shape;453;p24"/>
          <p:cNvSpPr txBox="1"/>
          <p:nvPr>
            <p:ph idx="4" type="subTitle"/>
          </p:nvPr>
        </p:nvSpPr>
        <p:spPr>
          <a:xfrm>
            <a:off x="6129000" y="2669675"/>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454" name="Google Shape;454;p24"/>
          <p:cNvSpPr txBox="1"/>
          <p:nvPr>
            <p:ph idx="5" type="subTitle"/>
          </p:nvPr>
        </p:nvSpPr>
        <p:spPr>
          <a:xfrm>
            <a:off x="6129000" y="3739250"/>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455" name="Google Shape;455;p24"/>
          <p:cNvSpPr txBox="1"/>
          <p:nvPr>
            <p:ph idx="6" type="subTitle"/>
          </p:nvPr>
        </p:nvSpPr>
        <p:spPr>
          <a:xfrm>
            <a:off x="4784300" y="2668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456" name="Google Shape;456;p24"/>
          <p:cNvSpPr txBox="1"/>
          <p:nvPr>
            <p:ph idx="7" type="subTitle"/>
          </p:nvPr>
        </p:nvSpPr>
        <p:spPr>
          <a:xfrm>
            <a:off x="4784300" y="3739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57" name="Shape 457"/>
        <p:cNvGrpSpPr/>
        <p:nvPr/>
      </p:nvGrpSpPr>
      <p:grpSpPr>
        <a:xfrm>
          <a:off x="0" y="0"/>
          <a:ext cx="0" cy="0"/>
          <a:chOff x="0" y="0"/>
          <a:chExt cx="0" cy="0"/>
        </a:xfrm>
      </p:grpSpPr>
      <p:sp>
        <p:nvSpPr>
          <p:cNvPr id="458" name="Google Shape;458;p2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59" name="Shape 459"/>
        <p:cNvGrpSpPr/>
        <p:nvPr/>
      </p:nvGrpSpPr>
      <p:grpSpPr>
        <a:xfrm>
          <a:off x="0" y="0"/>
          <a:ext cx="0" cy="0"/>
          <a:chOff x="0" y="0"/>
          <a:chExt cx="0" cy="0"/>
        </a:xfrm>
      </p:grpSpPr>
      <p:sp>
        <p:nvSpPr>
          <p:cNvPr id="460" name="Google Shape;460;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61" name="Google Shape;461;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62" name="Shape 462"/>
        <p:cNvGrpSpPr/>
        <p:nvPr/>
      </p:nvGrpSpPr>
      <p:grpSpPr>
        <a:xfrm>
          <a:off x="0" y="0"/>
          <a:ext cx="0" cy="0"/>
          <a:chOff x="0" y="0"/>
          <a:chExt cx="0" cy="0"/>
        </a:xfrm>
      </p:grpSpPr>
      <p:sp>
        <p:nvSpPr>
          <p:cNvPr id="463" name="Google Shape;463;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64" name="Google Shape;464;p2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65" name="Google Shape;465;p27"/>
          <p:cNvSpPr txBox="1"/>
          <p:nvPr>
            <p:ph idx="2" type="body"/>
          </p:nvPr>
        </p:nvSpPr>
        <p:spPr>
          <a:xfrm>
            <a:off x="4832400" y="1152475"/>
            <a:ext cx="3999900" cy="3416400"/>
          </a:xfrm>
          <a:prstGeom prst="rect">
            <a:avLst/>
          </a:prstGeom>
        </p:spPr>
        <p:txBody>
          <a:bodyPr anchorCtr="0" anchor="t" bIns="91425" lIns="0" spcFirstLastPara="1" rIns="91425" wrap="square" tIns="0">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66" name="Shape 466"/>
        <p:cNvGrpSpPr/>
        <p:nvPr/>
      </p:nvGrpSpPr>
      <p:grpSpPr>
        <a:xfrm>
          <a:off x="0" y="0"/>
          <a:ext cx="0" cy="0"/>
          <a:chOff x="0" y="0"/>
          <a:chExt cx="0" cy="0"/>
        </a:xfrm>
      </p:grpSpPr>
      <p:sp>
        <p:nvSpPr>
          <p:cNvPr id="467" name="Google Shape;467;p28"/>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68" name="Google Shape;468;p2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69" name="Shape 469"/>
        <p:cNvGrpSpPr/>
        <p:nvPr/>
      </p:nvGrpSpPr>
      <p:grpSpPr>
        <a:xfrm>
          <a:off x="0" y="0"/>
          <a:ext cx="0" cy="0"/>
          <a:chOff x="0" y="0"/>
          <a:chExt cx="0" cy="0"/>
        </a:xfrm>
      </p:grpSpPr>
      <p:sp>
        <p:nvSpPr>
          <p:cNvPr id="470" name="Google Shape;470;p2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71" name="Shape 471"/>
        <p:cNvGrpSpPr/>
        <p:nvPr/>
      </p:nvGrpSpPr>
      <p:grpSpPr>
        <a:xfrm>
          <a:off x="0" y="0"/>
          <a:ext cx="0" cy="0"/>
          <a:chOff x="0" y="0"/>
          <a:chExt cx="0" cy="0"/>
        </a:xfrm>
      </p:grpSpPr>
      <p:sp>
        <p:nvSpPr>
          <p:cNvPr id="472" name="Google Shape;472;p3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73" name="Google Shape;473;p3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74" name="Google Shape;474;p3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75" name="Shape 475"/>
        <p:cNvGrpSpPr/>
        <p:nvPr/>
      </p:nvGrpSpPr>
      <p:grpSpPr>
        <a:xfrm>
          <a:off x="0" y="0"/>
          <a:ext cx="0" cy="0"/>
          <a:chOff x="0" y="0"/>
          <a:chExt cx="0" cy="0"/>
        </a:xfrm>
      </p:grpSpPr>
      <p:sp>
        <p:nvSpPr>
          <p:cNvPr id="476" name="Google Shape;476;p31"/>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900"/>
              <a:buNone/>
              <a:defRPr/>
            </a:lvl1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77" name="Shape 477"/>
        <p:cNvGrpSpPr/>
        <p:nvPr/>
      </p:nvGrpSpPr>
      <p:grpSpPr>
        <a:xfrm>
          <a:off x="0" y="0"/>
          <a:ext cx="0" cy="0"/>
          <a:chOff x="0" y="0"/>
          <a:chExt cx="0" cy="0"/>
        </a:xfrm>
      </p:grpSpPr>
      <p:sp>
        <p:nvSpPr>
          <p:cNvPr id="478" name="Google Shape;478;p3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9" name="Google Shape;479;p32"/>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Char char="●"/>
              <a:defRPr/>
            </a:lvl1pPr>
            <a:lvl2pPr indent="-285750" lvl="1" marL="914400" algn="ctr">
              <a:spcBef>
                <a:spcPts val="0"/>
              </a:spcBef>
              <a:spcAft>
                <a:spcPts val="0"/>
              </a:spcAft>
              <a:buSzPts val="900"/>
              <a:buChar char="○"/>
              <a:defRPr/>
            </a:lvl2pPr>
            <a:lvl3pPr indent="-285750" lvl="2" marL="1371600" algn="ctr">
              <a:spcBef>
                <a:spcPts val="0"/>
              </a:spcBef>
              <a:spcAft>
                <a:spcPts val="0"/>
              </a:spcAft>
              <a:buSzPts val="900"/>
              <a:buChar char="■"/>
              <a:defRPr/>
            </a:lvl3pPr>
            <a:lvl4pPr indent="-285750" lvl="3" marL="1828800" algn="ctr">
              <a:spcBef>
                <a:spcPts val="0"/>
              </a:spcBef>
              <a:spcAft>
                <a:spcPts val="0"/>
              </a:spcAft>
              <a:buSzPts val="900"/>
              <a:buChar char="●"/>
              <a:defRPr/>
            </a:lvl4pPr>
            <a:lvl5pPr indent="-285750" lvl="4" marL="2286000" algn="ctr">
              <a:spcBef>
                <a:spcPts val="0"/>
              </a:spcBef>
              <a:spcAft>
                <a:spcPts val="0"/>
              </a:spcAft>
              <a:buSzPts val="900"/>
              <a:buChar char="○"/>
              <a:defRPr/>
            </a:lvl5pPr>
            <a:lvl6pPr indent="-285750" lvl="5" marL="2743200" algn="ctr">
              <a:spcBef>
                <a:spcPts val="0"/>
              </a:spcBef>
              <a:spcAft>
                <a:spcPts val="0"/>
              </a:spcAft>
              <a:buSzPts val="900"/>
              <a:buChar char="■"/>
              <a:defRPr/>
            </a:lvl6pPr>
            <a:lvl7pPr indent="-285750" lvl="6" marL="3200400" algn="ctr">
              <a:spcBef>
                <a:spcPts val="0"/>
              </a:spcBef>
              <a:spcAft>
                <a:spcPts val="0"/>
              </a:spcAft>
              <a:buSzPts val="900"/>
              <a:buChar char="●"/>
              <a:defRPr/>
            </a:lvl7pPr>
            <a:lvl8pPr indent="-285750" lvl="7" marL="3657600" algn="ctr">
              <a:spcBef>
                <a:spcPts val="0"/>
              </a:spcBef>
              <a:spcAft>
                <a:spcPts val="0"/>
              </a:spcAft>
              <a:buSzPts val="900"/>
              <a:buChar char="○"/>
              <a:defRPr/>
            </a:lvl8pPr>
            <a:lvl9pPr indent="-285750" lvl="8" marL="4114800" algn="ctr">
              <a:spcBef>
                <a:spcPts val="0"/>
              </a:spcBef>
              <a:spcAft>
                <a:spcPts val="0"/>
              </a:spcAft>
              <a:buSzPts val="9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80" name="Shape 480"/>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81" name="Shape 481"/>
        <p:cNvGrpSpPr/>
        <p:nvPr/>
      </p:nvGrpSpPr>
      <p:grpSpPr>
        <a:xfrm>
          <a:off x="0" y="0"/>
          <a:ext cx="0" cy="0"/>
          <a:chOff x="0" y="0"/>
          <a:chExt cx="0" cy="0"/>
        </a:xfrm>
      </p:grpSpPr>
      <p:sp>
        <p:nvSpPr>
          <p:cNvPr id="482" name="Google Shape;482;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83" name="Google Shape;483;p34"/>
          <p:cNvSpPr txBox="1"/>
          <p:nvPr>
            <p:ph idx="1" type="body"/>
          </p:nvPr>
        </p:nvSpPr>
        <p:spPr>
          <a:xfrm>
            <a:off x="311700" y="1152475"/>
            <a:ext cx="4473900" cy="34164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84" name="Google Shape;484;p3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85" name="Shape 485"/>
        <p:cNvGrpSpPr/>
        <p:nvPr/>
      </p:nvGrpSpPr>
      <p:grpSpPr>
        <a:xfrm>
          <a:off x="0" y="0"/>
          <a:ext cx="0" cy="0"/>
          <a:chOff x="0" y="0"/>
          <a:chExt cx="0" cy="0"/>
        </a:xfrm>
      </p:grpSpPr>
      <p:sp>
        <p:nvSpPr>
          <p:cNvPr id="486" name="Google Shape;486;p3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87" name="Google Shape;487;p35"/>
          <p:cNvSpPr txBox="1"/>
          <p:nvPr>
            <p:ph idx="1" type="body"/>
          </p:nvPr>
        </p:nvSpPr>
        <p:spPr>
          <a:xfrm>
            <a:off x="483150" y="2237788"/>
            <a:ext cx="3619800" cy="23736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88" name="Google Shape;488;p3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489" name="Google Shape;489;p3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0" name="Google Shape;490;p3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91" name="Shape 491"/>
        <p:cNvGrpSpPr/>
        <p:nvPr/>
      </p:nvGrpSpPr>
      <p:grpSpPr>
        <a:xfrm>
          <a:off x="0" y="0"/>
          <a:ext cx="0" cy="0"/>
          <a:chOff x="0" y="0"/>
          <a:chExt cx="0" cy="0"/>
        </a:xfrm>
      </p:grpSpPr>
      <p:sp>
        <p:nvSpPr>
          <p:cNvPr id="492" name="Google Shape;492;p36"/>
          <p:cNvSpPr txBox="1"/>
          <p:nvPr>
            <p:ph idx="1" type="body"/>
          </p:nvPr>
        </p:nvSpPr>
        <p:spPr>
          <a:xfrm>
            <a:off x="483175" y="2417500"/>
            <a:ext cx="2455500" cy="23736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93" name="Google Shape;493;p3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494" name="Google Shape;494;p3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95" name="Google Shape;495;p3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6" name="Google Shape;496;p3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7" name="Google Shape;497;p3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8" name="Google Shape;498;p3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99" name="Shape 499"/>
        <p:cNvGrpSpPr/>
        <p:nvPr/>
      </p:nvGrpSpPr>
      <p:grpSpPr>
        <a:xfrm>
          <a:off x="0" y="0"/>
          <a:ext cx="0" cy="0"/>
          <a:chOff x="0" y="0"/>
          <a:chExt cx="0" cy="0"/>
        </a:xfrm>
      </p:grpSpPr>
      <p:sp>
        <p:nvSpPr>
          <p:cNvPr id="500" name="Google Shape;500;p37"/>
          <p:cNvSpPr txBox="1"/>
          <p:nvPr>
            <p:ph idx="1" type="body"/>
          </p:nvPr>
        </p:nvSpPr>
        <p:spPr>
          <a:xfrm>
            <a:off x="366725" y="1759093"/>
            <a:ext cx="3838500" cy="1138500"/>
          </a:xfrm>
          <a:prstGeom prst="rect">
            <a:avLst/>
          </a:prstGeom>
        </p:spPr>
        <p:txBody>
          <a:bodyPr anchorCtr="0" anchor="t" bIns="91425" lIns="0" spcFirstLastPara="1" rIns="91425" wrap="square" tIns="0">
            <a:spAutoFit/>
          </a:bodyPr>
          <a:lstStyle>
            <a:lvl1pPr indent="-317500" lvl="0" marL="457200">
              <a:spcBef>
                <a:spcPts val="0"/>
              </a:spcBef>
              <a:spcAft>
                <a:spcPts val="0"/>
              </a:spcAft>
              <a:buSzPts val="1400"/>
              <a:buChar char="●"/>
              <a:defRPr sz="1400"/>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01" name="Google Shape;501;p3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02" name="Google Shape;502;p3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03" name="Google Shape;503;p3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04" name="Google Shape;504;p3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05" name="Google Shape;505;p3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6" name="Google Shape;506;p3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7" name="Google Shape;507;p3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8" name="Google Shape;508;p3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509" name="Shape 509"/>
        <p:cNvGrpSpPr/>
        <p:nvPr/>
      </p:nvGrpSpPr>
      <p:grpSpPr>
        <a:xfrm>
          <a:off x="0" y="0"/>
          <a:ext cx="0" cy="0"/>
          <a:chOff x="0" y="0"/>
          <a:chExt cx="0" cy="0"/>
        </a:xfrm>
      </p:grpSpPr>
      <p:sp>
        <p:nvSpPr>
          <p:cNvPr id="510" name="Google Shape;510;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11" name="Google Shape;511;p3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512" name="Shape 512"/>
        <p:cNvGrpSpPr/>
        <p:nvPr/>
      </p:nvGrpSpPr>
      <p:grpSpPr>
        <a:xfrm>
          <a:off x="0" y="0"/>
          <a:ext cx="0" cy="0"/>
          <a:chOff x="0" y="0"/>
          <a:chExt cx="0" cy="0"/>
        </a:xfrm>
      </p:grpSpPr>
      <p:sp>
        <p:nvSpPr>
          <p:cNvPr id="513" name="Google Shape;513;p39"/>
          <p:cNvSpPr txBox="1"/>
          <p:nvPr>
            <p:ph idx="1" type="body"/>
          </p:nvPr>
        </p:nvSpPr>
        <p:spPr>
          <a:xfrm>
            <a:off x="311700" y="4080225"/>
            <a:ext cx="4027500" cy="926100"/>
          </a:xfrm>
          <a:prstGeom prst="rect">
            <a:avLst/>
          </a:prstGeom>
        </p:spPr>
        <p:txBody>
          <a:bodyPr anchorCtr="0" anchor="t" bIns="91425" lIns="0" spcFirstLastPara="1" rIns="91425" wrap="square" tIns="0">
            <a:sp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514" name="Google Shape;514;p39"/>
          <p:cNvSpPr/>
          <p:nvPr>
            <p:ph idx="2" type="pic"/>
          </p:nvPr>
        </p:nvSpPr>
        <p:spPr>
          <a:xfrm>
            <a:off x="4804825" y="1133300"/>
            <a:ext cx="4027500" cy="2392800"/>
          </a:xfrm>
          <a:prstGeom prst="rect">
            <a:avLst/>
          </a:prstGeom>
          <a:noFill/>
          <a:ln>
            <a:noFill/>
          </a:ln>
        </p:spPr>
      </p:sp>
      <p:sp>
        <p:nvSpPr>
          <p:cNvPr id="515" name="Google Shape;515;p39"/>
          <p:cNvSpPr/>
          <p:nvPr>
            <p:ph idx="3" type="pic"/>
          </p:nvPr>
        </p:nvSpPr>
        <p:spPr>
          <a:xfrm>
            <a:off x="311725" y="1133300"/>
            <a:ext cx="4027500" cy="2392800"/>
          </a:xfrm>
          <a:prstGeom prst="rect">
            <a:avLst/>
          </a:prstGeom>
          <a:noFill/>
          <a:ln>
            <a:noFill/>
          </a:ln>
        </p:spPr>
      </p:sp>
      <p:sp>
        <p:nvSpPr>
          <p:cNvPr id="516" name="Google Shape;516;p3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17" name="Google Shape;517;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18" name="Google Shape;518;p3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19" name="Google Shape;519;p3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520" name="Shape 520"/>
        <p:cNvGrpSpPr/>
        <p:nvPr/>
      </p:nvGrpSpPr>
      <p:grpSpPr>
        <a:xfrm>
          <a:off x="0" y="0"/>
          <a:ext cx="0" cy="0"/>
          <a:chOff x="0" y="0"/>
          <a:chExt cx="0" cy="0"/>
        </a:xfrm>
      </p:grpSpPr>
      <p:sp>
        <p:nvSpPr>
          <p:cNvPr id="521" name="Google Shape;521;p40"/>
          <p:cNvSpPr txBox="1"/>
          <p:nvPr>
            <p:ph idx="1" type="body"/>
          </p:nvPr>
        </p:nvSpPr>
        <p:spPr>
          <a:xfrm>
            <a:off x="311700" y="3911700"/>
            <a:ext cx="2627100" cy="1018500"/>
          </a:xfrm>
          <a:prstGeom prst="rect">
            <a:avLst/>
          </a:prstGeom>
        </p:spPr>
        <p:txBody>
          <a:bodyPr anchorCtr="0" anchor="t" bIns="91425" lIns="0" spcFirstLastPara="1" rIns="91425" wrap="square" tIns="0">
            <a:sp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522" name="Google Shape;522;p40"/>
          <p:cNvSpPr/>
          <p:nvPr>
            <p:ph idx="2" type="pic"/>
          </p:nvPr>
        </p:nvSpPr>
        <p:spPr>
          <a:xfrm>
            <a:off x="6205225" y="1128325"/>
            <a:ext cx="2627100" cy="2273100"/>
          </a:xfrm>
          <a:prstGeom prst="rect">
            <a:avLst/>
          </a:prstGeom>
          <a:noFill/>
          <a:ln>
            <a:noFill/>
          </a:ln>
        </p:spPr>
      </p:sp>
      <p:sp>
        <p:nvSpPr>
          <p:cNvPr id="523" name="Google Shape;523;p40"/>
          <p:cNvSpPr/>
          <p:nvPr>
            <p:ph idx="3" type="pic"/>
          </p:nvPr>
        </p:nvSpPr>
        <p:spPr>
          <a:xfrm>
            <a:off x="311725" y="1128325"/>
            <a:ext cx="2627100" cy="2273100"/>
          </a:xfrm>
          <a:prstGeom prst="rect">
            <a:avLst/>
          </a:prstGeom>
          <a:noFill/>
          <a:ln>
            <a:noFill/>
          </a:ln>
        </p:spPr>
      </p:sp>
      <p:sp>
        <p:nvSpPr>
          <p:cNvPr id="524" name="Google Shape;524;p4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25" name="Google Shape;525;p40"/>
          <p:cNvSpPr/>
          <p:nvPr>
            <p:ph idx="5" type="pic"/>
          </p:nvPr>
        </p:nvSpPr>
        <p:spPr>
          <a:xfrm>
            <a:off x="3255250" y="1128325"/>
            <a:ext cx="2627100" cy="2273100"/>
          </a:xfrm>
          <a:prstGeom prst="rect">
            <a:avLst/>
          </a:prstGeom>
          <a:noFill/>
          <a:ln>
            <a:noFill/>
          </a:ln>
        </p:spPr>
      </p:sp>
      <p:sp>
        <p:nvSpPr>
          <p:cNvPr id="526" name="Google Shape;526;p4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27" name="Google Shape;527;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28" name="Google Shape;528;p4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29" name="Google Shape;529;p4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30" name="Google Shape;530;p4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531" name="Shape 531"/>
        <p:cNvGrpSpPr/>
        <p:nvPr/>
      </p:nvGrpSpPr>
      <p:grpSpPr>
        <a:xfrm>
          <a:off x="0" y="0"/>
          <a:ext cx="0" cy="0"/>
          <a:chOff x="0" y="0"/>
          <a:chExt cx="0" cy="0"/>
        </a:xfrm>
      </p:grpSpPr>
      <p:sp>
        <p:nvSpPr>
          <p:cNvPr id="532" name="Google Shape;532;p4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533" name="Shape 533"/>
        <p:cNvGrpSpPr/>
        <p:nvPr/>
      </p:nvGrpSpPr>
      <p:grpSpPr>
        <a:xfrm>
          <a:off x="0" y="0"/>
          <a:ext cx="0" cy="0"/>
          <a:chOff x="0" y="0"/>
          <a:chExt cx="0" cy="0"/>
        </a:xfrm>
      </p:grpSpPr>
      <p:sp>
        <p:nvSpPr>
          <p:cNvPr id="534" name="Google Shape;534;p42"/>
          <p:cNvSpPr/>
          <p:nvPr>
            <p:ph idx="2" type="pic"/>
          </p:nvPr>
        </p:nvSpPr>
        <p:spPr>
          <a:xfrm>
            <a:off x="3389600" y="118913"/>
            <a:ext cx="1643700" cy="1535100"/>
          </a:xfrm>
          <a:prstGeom prst="rect">
            <a:avLst/>
          </a:prstGeom>
          <a:noFill/>
          <a:ln>
            <a:noFill/>
          </a:ln>
        </p:spPr>
      </p:sp>
      <p:sp>
        <p:nvSpPr>
          <p:cNvPr id="535" name="Google Shape;535;p42"/>
          <p:cNvSpPr/>
          <p:nvPr>
            <p:ph idx="3" type="pic"/>
          </p:nvPr>
        </p:nvSpPr>
        <p:spPr>
          <a:xfrm>
            <a:off x="5195935" y="118913"/>
            <a:ext cx="1643700" cy="1535100"/>
          </a:xfrm>
          <a:prstGeom prst="rect">
            <a:avLst/>
          </a:prstGeom>
          <a:noFill/>
          <a:ln>
            <a:noFill/>
          </a:ln>
        </p:spPr>
      </p:sp>
      <p:sp>
        <p:nvSpPr>
          <p:cNvPr id="536" name="Google Shape;536;p42"/>
          <p:cNvSpPr/>
          <p:nvPr>
            <p:ph idx="4" type="pic"/>
          </p:nvPr>
        </p:nvSpPr>
        <p:spPr>
          <a:xfrm>
            <a:off x="7002270" y="118913"/>
            <a:ext cx="1643700" cy="1535100"/>
          </a:xfrm>
          <a:prstGeom prst="rect">
            <a:avLst/>
          </a:prstGeom>
          <a:noFill/>
          <a:ln>
            <a:noFill/>
          </a:ln>
        </p:spPr>
      </p:sp>
      <p:sp>
        <p:nvSpPr>
          <p:cNvPr id="537" name="Google Shape;537;p42"/>
          <p:cNvSpPr/>
          <p:nvPr>
            <p:ph idx="5" type="pic"/>
          </p:nvPr>
        </p:nvSpPr>
        <p:spPr>
          <a:xfrm>
            <a:off x="3389588" y="1804212"/>
            <a:ext cx="1643700" cy="1535100"/>
          </a:xfrm>
          <a:prstGeom prst="rect">
            <a:avLst/>
          </a:prstGeom>
          <a:noFill/>
          <a:ln>
            <a:noFill/>
          </a:ln>
        </p:spPr>
      </p:sp>
      <p:sp>
        <p:nvSpPr>
          <p:cNvPr id="538" name="Google Shape;538;p42"/>
          <p:cNvSpPr/>
          <p:nvPr>
            <p:ph idx="6" type="pic"/>
          </p:nvPr>
        </p:nvSpPr>
        <p:spPr>
          <a:xfrm>
            <a:off x="5195922" y="1804212"/>
            <a:ext cx="1643700" cy="1535100"/>
          </a:xfrm>
          <a:prstGeom prst="rect">
            <a:avLst/>
          </a:prstGeom>
          <a:noFill/>
          <a:ln>
            <a:noFill/>
          </a:ln>
        </p:spPr>
      </p:sp>
      <p:sp>
        <p:nvSpPr>
          <p:cNvPr id="539" name="Google Shape;539;p42"/>
          <p:cNvSpPr/>
          <p:nvPr>
            <p:ph idx="7" type="pic"/>
          </p:nvPr>
        </p:nvSpPr>
        <p:spPr>
          <a:xfrm>
            <a:off x="7002257" y="1804212"/>
            <a:ext cx="1643700" cy="1535100"/>
          </a:xfrm>
          <a:prstGeom prst="rect">
            <a:avLst/>
          </a:prstGeom>
          <a:noFill/>
          <a:ln>
            <a:noFill/>
          </a:ln>
        </p:spPr>
      </p:sp>
      <p:sp>
        <p:nvSpPr>
          <p:cNvPr id="540" name="Google Shape;540;p4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41" name="Google Shape;541;p42"/>
          <p:cNvSpPr/>
          <p:nvPr>
            <p:ph idx="8" type="pic"/>
          </p:nvPr>
        </p:nvSpPr>
        <p:spPr>
          <a:xfrm>
            <a:off x="3389588" y="3489487"/>
            <a:ext cx="1643700" cy="1535100"/>
          </a:xfrm>
          <a:prstGeom prst="rect">
            <a:avLst/>
          </a:prstGeom>
          <a:noFill/>
          <a:ln>
            <a:noFill/>
          </a:ln>
        </p:spPr>
      </p:sp>
      <p:sp>
        <p:nvSpPr>
          <p:cNvPr id="542" name="Google Shape;542;p42"/>
          <p:cNvSpPr/>
          <p:nvPr>
            <p:ph idx="9" type="pic"/>
          </p:nvPr>
        </p:nvSpPr>
        <p:spPr>
          <a:xfrm>
            <a:off x="5195922" y="3489487"/>
            <a:ext cx="1643700" cy="1535100"/>
          </a:xfrm>
          <a:prstGeom prst="rect">
            <a:avLst/>
          </a:prstGeom>
          <a:noFill/>
          <a:ln>
            <a:noFill/>
          </a:ln>
        </p:spPr>
      </p:sp>
      <p:sp>
        <p:nvSpPr>
          <p:cNvPr id="543" name="Google Shape;543;p4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theme" Target="../theme/theme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895400"/>
            <a:ext cx="5760600" cy="3016800"/>
          </a:xfrm>
          <a:prstGeom prst="rect">
            <a:avLst/>
          </a:prstGeom>
          <a:noFill/>
          <a:ln>
            <a:noFill/>
          </a:ln>
        </p:spPr>
        <p:txBody>
          <a:bodyPr anchorCtr="0" anchor="t" bIns="91425" lIns="0" spcFirstLastPara="1" rIns="91425" wrap="square" tIns="0">
            <a:spAutoFit/>
          </a:bodyPr>
          <a:lstStyle>
            <a:lvl1pPr indent="-292100" lvl="0" marL="457200">
              <a:lnSpc>
                <a:spcPct val="115000"/>
              </a:lnSpc>
              <a:spcBef>
                <a:spcPts val="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1pPr>
            <a:lvl2pPr indent="-292100" lvl="1" marL="9144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2pPr>
            <a:lvl3pPr indent="-292100" lvl="2" marL="13716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3pPr>
            <a:lvl4pPr indent="-292100" lvl="3" marL="18288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4pPr>
            <a:lvl5pPr indent="-292100" lvl="4" marL="22860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5pPr>
            <a:lvl6pPr indent="-292100" lvl="5" marL="27432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6pPr>
            <a:lvl7pPr indent="-292100" lvl="6" marL="32004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7pPr>
            <a:lvl8pPr indent="-292100" lvl="7" marL="36576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8pPr>
            <a:lvl9pPr indent="-292100" lvl="8" marL="4114800">
              <a:lnSpc>
                <a:spcPct val="115000"/>
              </a:lnSpc>
              <a:spcBef>
                <a:spcPts val="800"/>
              </a:spcBef>
              <a:spcAft>
                <a:spcPts val="80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9pPr>
          </a:lstStyle>
          <a:p/>
        </p:txBody>
      </p:sp>
      <p:sp>
        <p:nvSpPr>
          <p:cNvPr id="7" name="Google Shape;7;p1"/>
          <p:cNvSpPr txBox="1"/>
          <p:nvPr>
            <p:ph type="title"/>
          </p:nvPr>
        </p:nvSpPr>
        <p:spPr>
          <a:xfrm>
            <a:off x="188850" y="312400"/>
            <a:ext cx="4469700" cy="449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1pPr>
            <a:lvl2pPr lvl="1">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2pPr>
            <a:lvl3pPr lvl="2">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3pPr>
            <a:lvl4pPr lvl="3">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4pPr>
            <a:lvl5pPr lvl="4">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5pPr>
            <a:lvl6pPr lvl="5">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6pPr>
            <a:lvl7pPr lvl="6">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7pPr>
            <a:lvl8pPr lvl="7">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8pPr>
            <a:lvl9pPr lvl="8">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9pPr>
          </a:lstStyle>
          <a:p/>
        </p:txBody>
      </p:sp>
      <p:sp>
        <p:nvSpPr>
          <p:cNvPr id="8" name="Google Shape;8;p1"/>
          <p:cNvSpPr txBox="1"/>
          <p:nvPr>
            <p:ph idx="2" type="body"/>
          </p:nvPr>
        </p:nvSpPr>
        <p:spPr>
          <a:xfrm>
            <a:off x="4523800" y="1983025"/>
            <a:ext cx="4043400" cy="2478900"/>
          </a:xfrm>
          <a:prstGeom prst="rect">
            <a:avLst/>
          </a:prstGeom>
          <a:noFill/>
          <a:ln>
            <a:noFill/>
          </a:ln>
        </p:spPr>
        <p:txBody>
          <a:bodyPr anchorCtr="0" anchor="t" bIns="91425" lIns="91425" spcFirstLastPara="1" rIns="91425" wrap="square" tIns="91425">
            <a:noAutofit/>
          </a:bodyPr>
          <a:lstStyle>
            <a:lvl1pPr indent="-285750" lvl="0" marL="4572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1pPr>
            <a:lvl2pPr indent="-285750" lvl="1" marL="9144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2pPr>
            <a:lvl3pPr indent="-285750" lvl="2" marL="13716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3pPr>
            <a:lvl4pPr indent="-285750" lvl="3" marL="18288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4pPr>
            <a:lvl5pPr indent="-285750" lvl="4" marL="22860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5pPr>
            <a:lvl6pPr indent="-285750" lvl="5" marL="27432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6pPr>
            <a:lvl7pPr indent="-285750" lvl="6" marL="32004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7pPr>
            <a:lvl8pPr indent="-285750" lvl="7" marL="36576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8pPr>
            <a:lvl9pPr indent="-285750" lvl="8" marL="41148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43"/>
          <p:cNvSpPr txBox="1"/>
          <p:nvPr>
            <p:ph type="title"/>
          </p:nvPr>
        </p:nvSpPr>
        <p:spPr>
          <a:xfrm>
            <a:off x="259050" y="2207719"/>
            <a:ext cx="5760900" cy="20508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latin typeface="Arial"/>
                <a:ea typeface="Arial"/>
                <a:cs typeface="Arial"/>
                <a:sym typeface="Arial"/>
              </a:rPr>
              <a:t>FYP </a:t>
            </a:r>
            <a:r>
              <a:rPr lang="en">
                <a:latin typeface="Arial"/>
                <a:ea typeface="Arial"/>
                <a:cs typeface="Arial"/>
                <a:sym typeface="Arial"/>
              </a:rPr>
              <a:t>Ⅰ</a:t>
            </a:r>
            <a:endParaRPr>
              <a:latin typeface="Arial"/>
              <a:ea typeface="Arial"/>
              <a:cs typeface="Arial"/>
              <a:sym typeface="Arial"/>
            </a:endParaRPr>
          </a:p>
          <a:p>
            <a:pPr indent="0" lvl="0" marL="0" rtl="0" algn="l">
              <a:spcBef>
                <a:spcPts val="0"/>
              </a:spcBef>
              <a:spcAft>
                <a:spcPts val="0"/>
              </a:spcAft>
              <a:buNone/>
            </a:pPr>
            <a:r>
              <a:rPr lang="en">
                <a:solidFill>
                  <a:schemeClr val="dk2"/>
                </a:solidFill>
              </a:rPr>
              <a:t>Presentation</a:t>
            </a:r>
            <a:endParaRPr>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pic>
        <p:nvPicPr>
          <p:cNvPr descr="帮我把meet the team,company name和 month year remove掉" id="553" name="Google Shape;553;p44"/>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45"/>
          <p:cNvSpPr/>
          <p:nvPr/>
        </p:nvSpPr>
        <p:spPr>
          <a:xfrm>
            <a:off x="5462554" y="1730964"/>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559" name="Google Shape;559;p45"/>
          <p:cNvSpPr/>
          <p:nvPr/>
        </p:nvSpPr>
        <p:spPr>
          <a:xfrm>
            <a:off x="5462554" y="2249939"/>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560" name="Google Shape;560;p45"/>
          <p:cNvSpPr/>
          <p:nvPr/>
        </p:nvSpPr>
        <p:spPr>
          <a:xfrm>
            <a:off x="5462554" y="2768914"/>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561" name="Google Shape;561;p45"/>
          <p:cNvSpPr/>
          <p:nvPr/>
        </p:nvSpPr>
        <p:spPr>
          <a:xfrm>
            <a:off x="5462554" y="3287889"/>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562" name="Google Shape;562;p45"/>
          <p:cNvSpPr/>
          <p:nvPr/>
        </p:nvSpPr>
        <p:spPr>
          <a:xfrm>
            <a:off x="5462554" y="3806864"/>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563" name="Google Shape;563;p45"/>
          <p:cNvSpPr/>
          <p:nvPr/>
        </p:nvSpPr>
        <p:spPr>
          <a:xfrm>
            <a:off x="5462554" y="4325839"/>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564" name="Google Shape;564;p45"/>
          <p:cNvSpPr txBox="1"/>
          <p:nvPr>
            <p:ph idx="1" type="subTitle"/>
          </p:nvPr>
        </p:nvSpPr>
        <p:spPr>
          <a:xfrm>
            <a:off x="5711285" y="1731500"/>
            <a:ext cx="2846700" cy="3015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Literature Review</a:t>
            </a:r>
            <a:endParaRPr/>
          </a:p>
        </p:txBody>
      </p:sp>
      <p:sp>
        <p:nvSpPr>
          <p:cNvPr id="565" name="Google Shape;565;p45"/>
          <p:cNvSpPr txBox="1"/>
          <p:nvPr>
            <p:ph type="title"/>
          </p:nvPr>
        </p:nvSpPr>
        <p:spPr>
          <a:xfrm>
            <a:off x="1392601" y="836575"/>
            <a:ext cx="3205200" cy="12930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Presentation</a:t>
            </a:r>
            <a:endParaRPr/>
          </a:p>
          <a:p>
            <a:pPr indent="0" lvl="0" marL="0" rtl="0" algn="l">
              <a:spcBef>
                <a:spcPts val="0"/>
              </a:spcBef>
              <a:spcAft>
                <a:spcPts val="0"/>
              </a:spcAft>
              <a:buNone/>
            </a:pPr>
            <a:r>
              <a:rPr lang="en">
                <a:solidFill>
                  <a:schemeClr val="dk2"/>
                </a:solidFill>
              </a:rPr>
              <a:t>overview</a:t>
            </a:r>
            <a:endParaRPr>
              <a:solidFill>
                <a:schemeClr val="dk2"/>
              </a:solidFill>
            </a:endParaRPr>
          </a:p>
        </p:txBody>
      </p:sp>
      <p:sp>
        <p:nvSpPr>
          <p:cNvPr id="566" name="Google Shape;566;p45"/>
          <p:cNvSpPr txBox="1"/>
          <p:nvPr>
            <p:ph idx="2" type="subTitle"/>
          </p:nvPr>
        </p:nvSpPr>
        <p:spPr>
          <a:xfrm>
            <a:off x="5711274" y="2250475"/>
            <a:ext cx="3147900" cy="3015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Algorithm Performance Comparison</a:t>
            </a:r>
            <a:endParaRPr/>
          </a:p>
        </p:txBody>
      </p:sp>
      <p:sp>
        <p:nvSpPr>
          <p:cNvPr id="567" name="Google Shape;567;p45"/>
          <p:cNvSpPr txBox="1"/>
          <p:nvPr>
            <p:ph idx="4" type="subTitle"/>
          </p:nvPr>
        </p:nvSpPr>
        <p:spPr>
          <a:xfrm>
            <a:off x="5711285" y="3288425"/>
            <a:ext cx="2846700" cy="3015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Transformer Architecture in AD</a:t>
            </a:r>
            <a:endParaRPr/>
          </a:p>
        </p:txBody>
      </p:sp>
      <p:sp>
        <p:nvSpPr>
          <p:cNvPr id="568" name="Google Shape;568;p45"/>
          <p:cNvSpPr txBox="1"/>
          <p:nvPr>
            <p:ph idx="5" type="subTitle"/>
          </p:nvPr>
        </p:nvSpPr>
        <p:spPr>
          <a:xfrm>
            <a:off x="5711285" y="3807400"/>
            <a:ext cx="2846700" cy="3015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Implementation Plan</a:t>
            </a:r>
            <a:endParaRPr/>
          </a:p>
        </p:txBody>
      </p:sp>
      <p:sp>
        <p:nvSpPr>
          <p:cNvPr id="569" name="Google Shape;569;p45"/>
          <p:cNvSpPr txBox="1"/>
          <p:nvPr>
            <p:ph idx="6" type="subTitle"/>
          </p:nvPr>
        </p:nvSpPr>
        <p:spPr>
          <a:xfrm>
            <a:off x="5711285" y="4326375"/>
            <a:ext cx="2846700" cy="3015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Conclusion and Outlook</a:t>
            </a:r>
            <a:endParaRPr/>
          </a:p>
        </p:txBody>
      </p:sp>
      <p:sp>
        <p:nvSpPr>
          <p:cNvPr id="570" name="Google Shape;570;p45"/>
          <p:cNvSpPr/>
          <p:nvPr/>
        </p:nvSpPr>
        <p:spPr>
          <a:xfrm>
            <a:off x="5462554" y="1211989"/>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571" name="Google Shape;571;p45"/>
          <p:cNvSpPr txBox="1"/>
          <p:nvPr>
            <p:ph idx="6" type="subTitle"/>
          </p:nvPr>
        </p:nvSpPr>
        <p:spPr>
          <a:xfrm>
            <a:off x="5711285" y="1212525"/>
            <a:ext cx="2846700" cy="3015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Introduction</a:t>
            </a:r>
            <a:endParaRPr/>
          </a:p>
        </p:txBody>
      </p:sp>
      <p:sp>
        <p:nvSpPr>
          <p:cNvPr id="572" name="Google Shape;572;p45"/>
          <p:cNvSpPr txBox="1"/>
          <p:nvPr>
            <p:ph idx="2" type="subTitle"/>
          </p:nvPr>
        </p:nvSpPr>
        <p:spPr>
          <a:xfrm>
            <a:off x="5711274" y="2769450"/>
            <a:ext cx="3147900" cy="3015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High-risk scenario risk assessment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46"/>
          <p:cNvSpPr txBox="1"/>
          <p:nvPr>
            <p:ph type="title"/>
          </p:nvPr>
        </p:nvSpPr>
        <p:spPr>
          <a:xfrm>
            <a:off x="274200" y="2571742"/>
            <a:ext cx="57609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Introduction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47"/>
          <p:cNvSpPr txBox="1"/>
          <p:nvPr>
            <p:ph idx="1" type="subTitle"/>
          </p:nvPr>
        </p:nvSpPr>
        <p:spPr>
          <a:xfrm>
            <a:off x="3948800" y="2286975"/>
            <a:ext cx="4941000" cy="2320200"/>
          </a:xfrm>
          <a:prstGeom prst="rect">
            <a:avLst/>
          </a:prstGeom>
        </p:spPr>
        <p:txBody>
          <a:bodyPr anchorCtr="0" anchor="t" bIns="91425" lIns="0" spcFirstLastPara="1" rIns="91425" wrap="square" tIns="91425">
            <a:noAutofit/>
          </a:bodyPr>
          <a:lstStyle/>
          <a:p>
            <a:pPr indent="-317500" lvl="0" marL="457200" rtl="0" algn="l">
              <a:spcBef>
                <a:spcPts val="0"/>
              </a:spcBef>
              <a:spcAft>
                <a:spcPts val="0"/>
              </a:spcAft>
              <a:buSzPts val="1400"/>
              <a:buChar char="●"/>
            </a:pPr>
            <a:r>
              <a:rPr lang="en"/>
              <a:t>Reinforcement learning shows high potential in autonomous driving tasks.</a:t>
            </a:r>
            <a:endParaRPr/>
          </a:p>
          <a:p>
            <a:pPr indent="-317500" lvl="0" marL="457200" rtl="0" algn="l">
              <a:spcBef>
                <a:spcPts val="1000"/>
              </a:spcBef>
              <a:spcAft>
                <a:spcPts val="1000"/>
              </a:spcAft>
              <a:buSzPts val="1400"/>
              <a:buChar char="●"/>
            </a:pPr>
            <a:r>
              <a:rPr lang="en"/>
              <a:t>Safety performance differences among various </a:t>
            </a:r>
            <a:r>
              <a:rPr b="1" lang="en"/>
              <a:t>RL algorithms</a:t>
            </a:r>
            <a:r>
              <a:rPr lang="en"/>
              <a:t> using the Transformer architecture remain unclear.</a:t>
            </a:r>
            <a:endParaRPr/>
          </a:p>
        </p:txBody>
      </p:sp>
      <p:sp>
        <p:nvSpPr>
          <p:cNvPr id="583" name="Google Shape;583;p47"/>
          <p:cNvSpPr txBox="1"/>
          <p:nvPr>
            <p:ph type="title"/>
          </p:nvPr>
        </p:nvSpPr>
        <p:spPr>
          <a:xfrm>
            <a:off x="3936050" y="1507650"/>
            <a:ext cx="49665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Problem Statement</a:t>
            </a:r>
            <a:endParaRPr/>
          </a:p>
        </p:txBody>
      </p:sp>
      <p:sp>
        <p:nvSpPr>
          <p:cNvPr id="584" name="Google Shape;584;p47"/>
          <p:cNvSpPr txBox="1"/>
          <p:nvPr/>
        </p:nvSpPr>
        <p:spPr>
          <a:xfrm>
            <a:off x="228600" y="4793631"/>
            <a:ext cx="2996100" cy="1758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sz="800">
                <a:solidFill>
                  <a:schemeClr val="lt2"/>
                </a:solidFill>
                <a:latin typeface="Red Hat Display"/>
                <a:ea typeface="Red Hat Display"/>
                <a:cs typeface="Red Hat Display"/>
                <a:sym typeface="Red Hat Display"/>
              </a:rPr>
              <a:t>Introduction</a:t>
            </a:r>
            <a:endParaRPr sz="800">
              <a:solidFill>
                <a:schemeClr val="lt2"/>
              </a:solidFill>
              <a:latin typeface="Red Hat Display"/>
              <a:ea typeface="Red Hat Display"/>
              <a:cs typeface="Red Hat Display"/>
              <a:sym typeface="Red Hat Displa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48"/>
          <p:cNvSpPr/>
          <p:nvPr/>
        </p:nvSpPr>
        <p:spPr>
          <a:xfrm>
            <a:off x="3840500" y="2481900"/>
            <a:ext cx="1222800" cy="3705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lt1"/>
              </a:solidFill>
              <a:latin typeface="Red Hat Display Medium"/>
              <a:ea typeface="Red Hat Display Medium"/>
              <a:cs typeface="Red Hat Display Medium"/>
              <a:sym typeface="Red Hat Display Medium"/>
            </a:endParaRPr>
          </a:p>
        </p:txBody>
      </p:sp>
      <p:sp>
        <p:nvSpPr>
          <p:cNvPr id="590" name="Google Shape;590;p48"/>
          <p:cNvSpPr/>
          <p:nvPr/>
        </p:nvSpPr>
        <p:spPr>
          <a:xfrm>
            <a:off x="3840500" y="3812700"/>
            <a:ext cx="1222800" cy="3705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lt1"/>
              </a:solidFill>
              <a:latin typeface="Red Hat Display Medium"/>
              <a:ea typeface="Red Hat Display Medium"/>
              <a:cs typeface="Red Hat Display Medium"/>
              <a:sym typeface="Red Hat Display Medium"/>
            </a:endParaRPr>
          </a:p>
        </p:txBody>
      </p:sp>
      <p:sp>
        <p:nvSpPr>
          <p:cNvPr id="591" name="Google Shape;591;p48"/>
          <p:cNvSpPr/>
          <p:nvPr/>
        </p:nvSpPr>
        <p:spPr>
          <a:xfrm>
            <a:off x="3840500" y="1151100"/>
            <a:ext cx="1222800" cy="3705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lt1"/>
              </a:solidFill>
              <a:latin typeface="Red Hat Display Medium"/>
              <a:ea typeface="Red Hat Display Medium"/>
              <a:cs typeface="Red Hat Display Medium"/>
              <a:sym typeface="Red Hat Display Medium"/>
            </a:endParaRPr>
          </a:p>
        </p:txBody>
      </p:sp>
      <p:sp>
        <p:nvSpPr>
          <p:cNvPr id="592" name="Google Shape;592;p48"/>
          <p:cNvSpPr txBox="1"/>
          <p:nvPr>
            <p:ph idx="1" type="subTitle"/>
          </p:nvPr>
        </p:nvSpPr>
        <p:spPr>
          <a:xfrm>
            <a:off x="3840500" y="2481900"/>
            <a:ext cx="1222800" cy="370500"/>
          </a:xfrm>
          <a:prstGeom prst="rect">
            <a:avLst/>
          </a:prstGeom>
        </p:spPr>
        <p:txBody>
          <a:bodyPr anchorCtr="0" anchor="ctr" bIns="0" lIns="0" spcFirstLastPara="1" rIns="91425" wrap="square" tIns="0">
            <a:noAutofit/>
          </a:bodyPr>
          <a:lstStyle/>
          <a:p>
            <a:pPr indent="0" lvl="0" marL="0" rtl="0" algn="ctr">
              <a:spcBef>
                <a:spcPts val="0"/>
              </a:spcBef>
              <a:spcAft>
                <a:spcPts val="0"/>
              </a:spcAft>
              <a:buNone/>
            </a:pPr>
            <a:r>
              <a:rPr lang="en" sz="1200"/>
              <a:t>Objective 2</a:t>
            </a:r>
            <a:endParaRPr sz="1200"/>
          </a:p>
        </p:txBody>
      </p:sp>
      <p:sp>
        <p:nvSpPr>
          <p:cNvPr id="593" name="Google Shape;593;p48"/>
          <p:cNvSpPr txBox="1"/>
          <p:nvPr>
            <p:ph idx="2" type="subTitle"/>
          </p:nvPr>
        </p:nvSpPr>
        <p:spPr>
          <a:xfrm>
            <a:off x="3840500" y="3812700"/>
            <a:ext cx="1222800" cy="370500"/>
          </a:xfrm>
          <a:prstGeom prst="rect">
            <a:avLst/>
          </a:prstGeom>
        </p:spPr>
        <p:txBody>
          <a:bodyPr anchorCtr="0" anchor="ctr" bIns="0" lIns="0" spcFirstLastPara="1" rIns="91425" wrap="square" tIns="0">
            <a:noAutofit/>
          </a:bodyPr>
          <a:lstStyle/>
          <a:p>
            <a:pPr indent="0" lvl="0" marL="0" rtl="0" algn="ctr">
              <a:spcBef>
                <a:spcPts val="0"/>
              </a:spcBef>
              <a:spcAft>
                <a:spcPts val="0"/>
              </a:spcAft>
              <a:buNone/>
            </a:pPr>
            <a:r>
              <a:rPr lang="en" sz="1200"/>
              <a:t>Objective 3</a:t>
            </a:r>
            <a:endParaRPr sz="1200"/>
          </a:p>
        </p:txBody>
      </p:sp>
      <p:sp>
        <p:nvSpPr>
          <p:cNvPr id="594" name="Google Shape;594;p48"/>
          <p:cNvSpPr txBox="1"/>
          <p:nvPr>
            <p:ph idx="3" type="subTitle"/>
          </p:nvPr>
        </p:nvSpPr>
        <p:spPr>
          <a:xfrm>
            <a:off x="3840500" y="1151100"/>
            <a:ext cx="1222800" cy="370500"/>
          </a:xfrm>
          <a:prstGeom prst="rect">
            <a:avLst/>
          </a:prstGeom>
        </p:spPr>
        <p:txBody>
          <a:bodyPr anchorCtr="0" anchor="ctr" bIns="0" lIns="0" spcFirstLastPara="1" rIns="91425" wrap="square" tIns="0">
            <a:noAutofit/>
          </a:bodyPr>
          <a:lstStyle/>
          <a:p>
            <a:pPr indent="0" lvl="0" marL="0" rtl="0" algn="ctr">
              <a:spcBef>
                <a:spcPts val="0"/>
              </a:spcBef>
              <a:spcAft>
                <a:spcPts val="0"/>
              </a:spcAft>
              <a:buNone/>
            </a:pPr>
            <a:r>
              <a:rPr lang="en" sz="1200"/>
              <a:t>Objective 1</a:t>
            </a:r>
            <a:endParaRPr sz="1200"/>
          </a:p>
        </p:txBody>
      </p:sp>
      <p:sp>
        <p:nvSpPr>
          <p:cNvPr id="595" name="Google Shape;595;p48"/>
          <p:cNvSpPr txBox="1"/>
          <p:nvPr>
            <p:ph type="title"/>
          </p:nvPr>
        </p:nvSpPr>
        <p:spPr>
          <a:xfrm>
            <a:off x="228600" y="420025"/>
            <a:ext cx="2926200" cy="7389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Objective of the Research</a:t>
            </a:r>
            <a:endParaRPr/>
          </a:p>
        </p:txBody>
      </p:sp>
      <p:sp>
        <p:nvSpPr>
          <p:cNvPr id="596" name="Google Shape;596;p48"/>
          <p:cNvSpPr txBox="1"/>
          <p:nvPr>
            <p:ph idx="4" type="subTitle"/>
          </p:nvPr>
        </p:nvSpPr>
        <p:spPr>
          <a:xfrm>
            <a:off x="5182225" y="1199950"/>
            <a:ext cx="3733200" cy="587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200"/>
              <a:t>To systematically identify the most commonly used Transformer-based model and </a:t>
            </a:r>
            <a:r>
              <a:rPr b="1" lang="en" sz="1200"/>
              <a:t>reinforcement learning algorithms</a:t>
            </a:r>
            <a:r>
              <a:rPr lang="en" sz="1200"/>
              <a:t> in autonomous driving tasks.</a:t>
            </a:r>
            <a:endParaRPr sz="1200"/>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p:txBody>
      </p:sp>
      <p:sp>
        <p:nvSpPr>
          <p:cNvPr id="597" name="Google Shape;597;p48"/>
          <p:cNvSpPr txBox="1"/>
          <p:nvPr>
            <p:ph idx="5" type="subTitle"/>
          </p:nvPr>
        </p:nvSpPr>
        <p:spPr>
          <a:xfrm>
            <a:off x="5182200" y="2530750"/>
            <a:ext cx="3733200" cy="587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200"/>
              <a:t>To quantitatively compare the safety performance of </a:t>
            </a:r>
            <a:r>
              <a:rPr b="1" lang="en" sz="1200"/>
              <a:t>reinforcement learning algorithms</a:t>
            </a:r>
            <a:r>
              <a:rPr lang="en" sz="1200"/>
              <a:t> under comparable driving scenarios.</a:t>
            </a:r>
            <a:endParaRPr sz="1200"/>
          </a:p>
        </p:txBody>
      </p:sp>
      <p:sp>
        <p:nvSpPr>
          <p:cNvPr id="598" name="Google Shape;598;p48"/>
          <p:cNvSpPr txBox="1"/>
          <p:nvPr>
            <p:ph idx="6" type="subTitle"/>
          </p:nvPr>
        </p:nvSpPr>
        <p:spPr>
          <a:xfrm>
            <a:off x="5182225" y="3861550"/>
            <a:ext cx="3733200" cy="587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200"/>
              <a:t>To rank the risk levels of different high-risk autonomous driving scenarios using a consistent set of safety metrics.</a:t>
            </a:r>
            <a:endParaRPr sz="1200"/>
          </a:p>
        </p:txBody>
      </p:sp>
      <p:sp>
        <p:nvSpPr>
          <p:cNvPr id="599" name="Google Shape;599;p48"/>
          <p:cNvSpPr txBox="1"/>
          <p:nvPr/>
        </p:nvSpPr>
        <p:spPr>
          <a:xfrm>
            <a:off x="228600" y="4793631"/>
            <a:ext cx="2996100" cy="1758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sz="800">
                <a:solidFill>
                  <a:schemeClr val="lt2"/>
                </a:solidFill>
                <a:latin typeface="Red Hat Display"/>
                <a:ea typeface="Red Hat Display"/>
                <a:cs typeface="Red Hat Display"/>
                <a:sym typeface="Red Hat Display"/>
              </a:rPr>
              <a:t>Introduction</a:t>
            </a:r>
            <a:endParaRPr sz="800">
              <a:solidFill>
                <a:schemeClr val="lt2"/>
              </a:solidFill>
              <a:latin typeface="Red Hat Display"/>
              <a:ea typeface="Red Hat Display"/>
              <a:cs typeface="Red Hat Display"/>
              <a:sym typeface="Red Hat Displa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49"/>
          <p:cNvSpPr/>
          <p:nvPr/>
        </p:nvSpPr>
        <p:spPr>
          <a:xfrm>
            <a:off x="419500" y="1521600"/>
            <a:ext cx="1222800" cy="3705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lt1"/>
              </a:solidFill>
              <a:latin typeface="Red Hat Display Medium"/>
              <a:ea typeface="Red Hat Display Medium"/>
              <a:cs typeface="Red Hat Display Medium"/>
              <a:sym typeface="Red Hat Display Medium"/>
            </a:endParaRPr>
          </a:p>
        </p:txBody>
      </p:sp>
      <p:sp>
        <p:nvSpPr>
          <p:cNvPr id="605" name="Google Shape;605;p49"/>
          <p:cNvSpPr/>
          <p:nvPr/>
        </p:nvSpPr>
        <p:spPr>
          <a:xfrm>
            <a:off x="3840500" y="2481900"/>
            <a:ext cx="1222800" cy="3705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lt1"/>
              </a:solidFill>
              <a:latin typeface="Red Hat Display Medium"/>
              <a:ea typeface="Red Hat Display Medium"/>
              <a:cs typeface="Red Hat Display Medium"/>
              <a:sym typeface="Red Hat Display Medium"/>
            </a:endParaRPr>
          </a:p>
        </p:txBody>
      </p:sp>
      <p:sp>
        <p:nvSpPr>
          <p:cNvPr id="606" name="Google Shape;606;p49"/>
          <p:cNvSpPr/>
          <p:nvPr/>
        </p:nvSpPr>
        <p:spPr>
          <a:xfrm>
            <a:off x="3840500" y="3812700"/>
            <a:ext cx="1222800" cy="3705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lt1"/>
              </a:solidFill>
              <a:latin typeface="Red Hat Display Medium"/>
              <a:ea typeface="Red Hat Display Medium"/>
              <a:cs typeface="Red Hat Display Medium"/>
              <a:sym typeface="Red Hat Display Medium"/>
            </a:endParaRPr>
          </a:p>
        </p:txBody>
      </p:sp>
      <p:sp>
        <p:nvSpPr>
          <p:cNvPr id="607" name="Google Shape;607;p49"/>
          <p:cNvSpPr/>
          <p:nvPr/>
        </p:nvSpPr>
        <p:spPr>
          <a:xfrm>
            <a:off x="3840500" y="1151100"/>
            <a:ext cx="1222800" cy="3705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lt1"/>
              </a:solidFill>
              <a:latin typeface="Red Hat Display Medium"/>
              <a:ea typeface="Red Hat Display Medium"/>
              <a:cs typeface="Red Hat Display Medium"/>
              <a:sym typeface="Red Hat Display Medium"/>
            </a:endParaRPr>
          </a:p>
        </p:txBody>
      </p:sp>
      <p:sp>
        <p:nvSpPr>
          <p:cNvPr id="608" name="Google Shape;608;p49"/>
          <p:cNvSpPr txBox="1"/>
          <p:nvPr>
            <p:ph idx="1" type="subTitle"/>
          </p:nvPr>
        </p:nvSpPr>
        <p:spPr>
          <a:xfrm>
            <a:off x="3840500" y="2481900"/>
            <a:ext cx="1222800" cy="370500"/>
          </a:xfrm>
          <a:prstGeom prst="rect">
            <a:avLst/>
          </a:prstGeom>
        </p:spPr>
        <p:txBody>
          <a:bodyPr anchorCtr="0" anchor="ctr" bIns="0" lIns="0" spcFirstLastPara="1" rIns="91425" wrap="square" tIns="0">
            <a:noAutofit/>
          </a:bodyPr>
          <a:lstStyle/>
          <a:p>
            <a:pPr indent="0" lvl="0" marL="0" rtl="0" algn="ctr">
              <a:spcBef>
                <a:spcPts val="0"/>
              </a:spcBef>
              <a:spcAft>
                <a:spcPts val="0"/>
              </a:spcAft>
              <a:buNone/>
            </a:pPr>
            <a:r>
              <a:rPr lang="en" sz="1200"/>
              <a:t>RQ 2</a:t>
            </a:r>
            <a:endParaRPr sz="1200"/>
          </a:p>
        </p:txBody>
      </p:sp>
      <p:sp>
        <p:nvSpPr>
          <p:cNvPr id="609" name="Google Shape;609;p49"/>
          <p:cNvSpPr txBox="1"/>
          <p:nvPr>
            <p:ph idx="2" type="subTitle"/>
          </p:nvPr>
        </p:nvSpPr>
        <p:spPr>
          <a:xfrm>
            <a:off x="3840500" y="3812700"/>
            <a:ext cx="1222800" cy="370500"/>
          </a:xfrm>
          <a:prstGeom prst="rect">
            <a:avLst/>
          </a:prstGeom>
        </p:spPr>
        <p:txBody>
          <a:bodyPr anchorCtr="0" anchor="ctr" bIns="0" lIns="0" spcFirstLastPara="1" rIns="91425" wrap="square" tIns="0">
            <a:noAutofit/>
          </a:bodyPr>
          <a:lstStyle/>
          <a:p>
            <a:pPr indent="0" lvl="0" marL="0" rtl="0" algn="ctr">
              <a:spcBef>
                <a:spcPts val="0"/>
              </a:spcBef>
              <a:spcAft>
                <a:spcPts val="0"/>
              </a:spcAft>
              <a:buNone/>
            </a:pPr>
            <a:r>
              <a:rPr lang="en" sz="1200"/>
              <a:t>RQ 3</a:t>
            </a:r>
            <a:endParaRPr sz="1200"/>
          </a:p>
        </p:txBody>
      </p:sp>
      <p:sp>
        <p:nvSpPr>
          <p:cNvPr id="610" name="Google Shape;610;p49"/>
          <p:cNvSpPr txBox="1"/>
          <p:nvPr>
            <p:ph idx="3" type="subTitle"/>
          </p:nvPr>
        </p:nvSpPr>
        <p:spPr>
          <a:xfrm>
            <a:off x="3808850" y="1151100"/>
            <a:ext cx="1286100" cy="370500"/>
          </a:xfrm>
          <a:prstGeom prst="rect">
            <a:avLst/>
          </a:prstGeom>
        </p:spPr>
        <p:txBody>
          <a:bodyPr anchorCtr="0" anchor="ctr" bIns="0" lIns="0" spcFirstLastPara="1" rIns="91425" wrap="square" tIns="0">
            <a:noAutofit/>
          </a:bodyPr>
          <a:lstStyle/>
          <a:p>
            <a:pPr indent="0" lvl="0" marL="0" rtl="0" algn="ctr">
              <a:spcBef>
                <a:spcPts val="0"/>
              </a:spcBef>
              <a:spcAft>
                <a:spcPts val="0"/>
              </a:spcAft>
              <a:buNone/>
            </a:pPr>
            <a:r>
              <a:rPr lang="en" sz="1200"/>
              <a:t>RQ 1</a:t>
            </a:r>
            <a:endParaRPr sz="1200"/>
          </a:p>
        </p:txBody>
      </p:sp>
      <p:sp>
        <p:nvSpPr>
          <p:cNvPr id="611" name="Google Shape;611;p49"/>
          <p:cNvSpPr txBox="1"/>
          <p:nvPr>
            <p:ph type="title"/>
          </p:nvPr>
        </p:nvSpPr>
        <p:spPr>
          <a:xfrm>
            <a:off x="228600" y="420025"/>
            <a:ext cx="29262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Research Question</a:t>
            </a:r>
            <a:endParaRPr/>
          </a:p>
        </p:txBody>
      </p:sp>
      <p:sp>
        <p:nvSpPr>
          <p:cNvPr id="612" name="Google Shape;612;p49"/>
          <p:cNvSpPr txBox="1"/>
          <p:nvPr>
            <p:ph idx="4" type="subTitle"/>
          </p:nvPr>
        </p:nvSpPr>
        <p:spPr>
          <a:xfrm>
            <a:off x="5182225" y="1199950"/>
            <a:ext cx="3733200" cy="587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200"/>
              <a:t>What are the differences in safety performance among different </a:t>
            </a:r>
            <a:r>
              <a:rPr b="1" lang="en" sz="1200"/>
              <a:t>reinforcement learning algorithms</a:t>
            </a:r>
            <a:r>
              <a:rPr lang="en" sz="1200"/>
              <a:t> in similar high-risk driving scenarios?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p:txBody>
      </p:sp>
      <p:sp>
        <p:nvSpPr>
          <p:cNvPr id="613" name="Google Shape;613;p49"/>
          <p:cNvSpPr txBox="1"/>
          <p:nvPr>
            <p:ph idx="5" type="subTitle"/>
          </p:nvPr>
        </p:nvSpPr>
        <p:spPr>
          <a:xfrm>
            <a:off x="5182200" y="2530750"/>
            <a:ext cx="3733200" cy="587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200"/>
              <a:t>What are some commonly used Transformer-based models in high-risk autonomous driving tasks?</a:t>
            </a:r>
            <a:endParaRPr sz="1200"/>
          </a:p>
        </p:txBody>
      </p:sp>
      <p:sp>
        <p:nvSpPr>
          <p:cNvPr id="614" name="Google Shape;614;p49"/>
          <p:cNvSpPr txBox="1"/>
          <p:nvPr>
            <p:ph idx="6" type="subTitle"/>
          </p:nvPr>
        </p:nvSpPr>
        <p:spPr>
          <a:xfrm>
            <a:off x="5182225" y="3861550"/>
            <a:ext cx="3733200" cy="587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200"/>
              <a:t>What are the differences between different high-risk scenarios?</a:t>
            </a:r>
            <a:endParaRPr sz="1200"/>
          </a:p>
        </p:txBody>
      </p:sp>
      <p:sp>
        <p:nvSpPr>
          <p:cNvPr id="615" name="Google Shape;615;p49"/>
          <p:cNvSpPr txBox="1"/>
          <p:nvPr/>
        </p:nvSpPr>
        <p:spPr>
          <a:xfrm>
            <a:off x="228600" y="4793631"/>
            <a:ext cx="2996100" cy="1758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sz="800">
                <a:solidFill>
                  <a:schemeClr val="lt2"/>
                </a:solidFill>
                <a:latin typeface="Red Hat Display"/>
                <a:ea typeface="Red Hat Display"/>
                <a:cs typeface="Red Hat Display"/>
                <a:sym typeface="Red Hat Display"/>
              </a:rPr>
              <a:t>Introduction</a:t>
            </a:r>
            <a:endParaRPr sz="800">
              <a:solidFill>
                <a:schemeClr val="lt2"/>
              </a:solidFill>
              <a:latin typeface="Red Hat Display"/>
              <a:ea typeface="Red Hat Display"/>
              <a:cs typeface="Red Hat Display"/>
              <a:sym typeface="Red Hat Display"/>
            </a:endParaRPr>
          </a:p>
        </p:txBody>
      </p:sp>
      <p:sp>
        <p:nvSpPr>
          <p:cNvPr id="616" name="Google Shape;616;p49"/>
          <p:cNvSpPr txBox="1"/>
          <p:nvPr>
            <p:ph idx="3" type="subTitle"/>
          </p:nvPr>
        </p:nvSpPr>
        <p:spPr>
          <a:xfrm>
            <a:off x="387850" y="1521600"/>
            <a:ext cx="1286100" cy="370500"/>
          </a:xfrm>
          <a:prstGeom prst="rect">
            <a:avLst/>
          </a:prstGeom>
        </p:spPr>
        <p:txBody>
          <a:bodyPr anchorCtr="0" anchor="ctr" bIns="0" lIns="0" spcFirstLastPara="1" rIns="91425" wrap="square" tIns="0">
            <a:noAutofit/>
          </a:bodyPr>
          <a:lstStyle/>
          <a:p>
            <a:pPr indent="0" lvl="0" marL="0" rtl="0" algn="ctr">
              <a:spcBef>
                <a:spcPts val="0"/>
              </a:spcBef>
              <a:spcAft>
                <a:spcPts val="0"/>
              </a:spcAft>
              <a:buNone/>
            </a:pPr>
            <a:r>
              <a:rPr lang="en" sz="1200"/>
              <a:t>Main RQ</a:t>
            </a:r>
            <a:endParaRPr sz="1200"/>
          </a:p>
        </p:txBody>
      </p:sp>
      <p:sp>
        <p:nvSpPr>
          <p:cNvPr id="617" name="Google Shape;617;p49"/>
          <p:cNvSpPr txBox="1"/>
          <p:nvPr/>
        </p:nvSpPr>
        <p:spPr>
          <a:xfrm>
            <a:off x="412350" y="1982175"/>
            <a:ext cx="2742300" cy="2201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1000"/>
              </a:spcAft>
              <a:buNone/>
            </a:pPr>
            <a:r>
              <a:rPr lang="en" sz="1300">
                <a:solidFill>
                  <a:schemeClr val="lt1"/>
                </a:solidFill>
              </a:rPr>
              <a:t>In a Transformer-based architecture, what are the differences in safety performance among different reinforcement learning algorithms in high-risk autonomous driving scenarios?</a:t>
            </a:r>
            <a:endParaRPr sz="1100">
              <a:solidFill>
                <a:schemeClr val="lt1"/>
              </a:solidFill>
              <a:latin typeface="Red Hat Display"/>
              <a:ea typeface="Red Hat Display"/>
              <a:cs typeface="Red Hat Display"/>
              <a:sym typeface="Red Hat Displa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50"/>
          <p:cNvSpPr txBox="1"/>
          <p:nvPr>
            <p:ph type="title"/>
          </p:nvPr>
        </p:nvSpPr>
        <p:spPr>
          <a:xfrm>
            <a:off x="274200" y="2750092"/>
            <a:ext cx="57609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Literature Review</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cxnSp>
        <p:nvCxnSpPr>
          <p:cNvPr id="627" name="Google Shape;627;p51"/>
          <p:cNvCxnSpPr/>
          <p:nvPr/>
        </p:nvCxnSpPr>
        <p:spPr>
          <a:xfrm flipH="1">
            <a:off x="2329675" y="4174625"/>
            <a:ext cx="227100" cy="330000"/>
          </a:xfrm>
          <a:prstGeom prst="straightConnector1">
            <a:avLst/>
          </a:prstGeom>
          <a:noFill/>
          <a:ln cap="flat" cmpd="sng" w="9525">
            <a:solidFill>
              <a:schemeClr val="accent5"/>
            </a:solidFill>
            <a:prstDash val="solid"/>
            <a:round/>
            <a:headEnd len="med" w="med" type="none"/>
            <a:tailEnd len="med" w="med" type="none"/>
          </a:ln>
        </p:spPr>
      </p:cxnSp>
      <p:cxnSp>
        <p:nvCxnSpPr>
          <p:cNvPr id="628" name="Google Shape;628;p51"/>
          <p:cNvCxnSpPr/>
          <p:nvPr/>
        </p:nvCxnSpPr>
        <p:spPr>
          <a:xfrm flipH="1">
            <a:off x="2332150" y="2092075"/>
            <a:ext cx="226200" cy="322200"/>
          </a:xfrm>
          <a:prstGeom prst="straightConnector1">
            <a:avLst/>
          </a:prstGeom>
          <a:noFill/>
          <a:ln cap="flat" cmpd="sng" w="9525">
            <a:solidFill>
              <a:schemeClr val="accent5"/>
            </a:solidFill>
            <a:prstDash val="solid"/>
            <a:round/>
            <a:headEnd len="med" w="med" type="none"/>
            <a:tailEnd len="med" w="med" type="none"/>
          </a:ln>
        </p:spPr>
      </p:cxnSp>
      <p:sp>
        <p:nvSpPr>
          <p:cNvPr id="629" name="Google Shape;629;p51"/>
          <p:cNvSpPr/>
          <p:nvPr/>
        </p:nvSpPr>
        <p:spPr>
          <a:xfrm>
            <a:off x="363950" y="2088675"/>
            <a:ext cx="2373600" cy="2415900"/>
          </a:xfrm>
          <a:prstGeom prst="snip2DiagRect">
            <a:avLst>
              <a:gd fmla="val 0" name="adj1"/>
              <a:gd fmla="val 16667" name="adj2"/>
            </a:avLst>
          </a:prstGeom>
          <a:solidFill>
            <a:schemeClr val="accent5"/>
          </a:solidFill>
          <a:ln cap="flat" cmpd="sng" w="9525">
            <a:solidFill>
              <a:schemeClr val="accent5"/>
            </a:solidFill>
            <a:prstDash val="solid"/>
            <a:round/>
            <a:headEnd len="sm" w="sm" type="none"/>
            <a:tailEnd len="sm" w="sm" type="none"/>
          </a:ln>
        </p:spPr>
        <p:txBody>
          <a:bodyPr anchorCtr="0" anchor="t" bIns="91425" lIns="45700" spcFirstLastPara="1" rIns="45700" wrap="square" tIns="91425">
            <a:noAutofit/>
          </a:bodyPr>
          <a:lstStyle/>
          <a:p>
            <a:pPr indent="0" lvl="0" marL="0" marR="2700" rtl="0" algn="l">
              <a:lnSpc>
                <a:spcPct val="115000"/>
              </a:lnSpc>
              <a:spcBef>
                <a:spcPts val="0"/>
              </a:spcBef>
              <a:spcAft>
                <a:spcPts val="0"/>
              </a:spcAft>
              <a:buNone/>
            </a:pPr>
            <a:r>
              <a:t/>
            </a:r>
            <a:endParaRPr sz="1300">
              <a:solidFill>
                <a:schemeClr val="lt1"/>
              </a:solidFill>
              <a:latin typeface="Red Hat Display"/>
              <a:ea typeface="Red Hat Display"/>
              <a:cs typeface="Red Hat Display"/>
              <a:sym typeface="Red Hat Display"/>
            </a:endParaRPr>
          </a:p>
        </p:txBody>
      </p:sp>
      <p:sp>
        <p:nvSpPr>
          <p:cNvPr id="630" name="Google Shape;630;p51"/>
          <p:cNvSpPr/>
          <p:nvPr/>
        </p:nvSpPr>
        <p:spPr>
          <a:xfrm>
            <a:off x="229525" y="1680750"/>
            <a:ext cx="2665200" cy="4068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cxnSp>
        <p:nvCxnSpPr>
          <p:cNvPr id="631" name="Google Shape;631;p51"/>
          <p:cNvCxnSpPr/>
          <p:nvPr/>
        </p:nvCxnSpPr>
        <p:spPr>
          <a:xfrm flipH="1">
            <a:off x="67" y="4174625"/>
            <a:ext cx="357900" cy="330000"/>
          </a:xfrm>
          <a:prstGeom prst="straightConnector1">
            <a:avLst/>
          </a:prstGeom>
          <a:noFill/>
          <a:ln cap="flat" cmpd="sng" w="9525">
            <a:solidFill>
              <a:schemeClr val="accent5"/>
            </a:solidFill>
            <a:prstDash val="solid"/>
            <a:round/>
            <a:headEnd len="med" w="med" type="none"/>
            <a:tailEnd len="med" w="med" type="none"/>
          </a:ln>
        </p:spPr>
      </p:cxnSp>
      <p:cxnSp>
        <p:nvCxnSpPr>
          <p:cNvPr id="632" name="Google Shape;632;p51"/>
          <p:cNvCxnSpPr/>
          <p:nvPr/>
        </p:nvCxnSpPr>
        <p:spPr>
          <a:xfrm flipH="1">
            <a:off x="4050" y="2092075"/>
            <a:ext cx="356400" cy="322200"/>
          </a:xfrm>
          <a:prstGeom prst="straightConnector1">
            <a:avLst/>
          </a:prstGeom>
          <a:noFill/>
          <a:ln cap="flat" cmpd="sng" w="9525">
            <a:solidFill>
              <a:schemeClr val="accent5"/>
            </a:solidFill>
            <a:prstDash val="solid"/>
            <a:round/>
            <a:headEnd len="med" w="med" type="none"/>
            <a:tailEnd len="med" w="med" type="none"/>
          </a:ln>
        </p:spPr>
      </p:cxnSp>
      <p:sp>
        <p:nvSpPr>
          <p:cNvPr id="633" name="Google Shape;633;p51"/>
          <p:cNvSpPr txBox="1"/>
          <p:nvPr>
            <p:ph type="title"/>
          </p:nvPr>
        </p:nvSpPr>
        <p:spPr>
          <a:xfrm>
            <a:off x="609600" y="456002"/>
            <a:ext cx="4015800" cy="8220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b="1" lang="en" sz="2300"/>
              <a:t>Common Architectural Design: Encoder vs. Policy</a:t>
            </a:r>
            <a:endParaRPr b="1" sz="2300"/>
          </a:p>
        </p:txBody>
      </p:sp>
      <p:sp>
        <p:nvSpPr>
          <p:cNvPr id="634" name="Google Shape;634;p51"/>
          <p:cNvSpPr txBox="1"/>
          <p:nvPr>
            <p:ph idx="1" type="subTitle"/>
          </p:nvPr>
        </p:nvSpPr>
        <p:spPr>
          <a:xfrm>
            <a:off x="229525" y="1687775"/>
            <a:ext cx="2665200" cy="4068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b="1" lang="en" sz="1300">
                <a:latin typeface="Red Hat Display"/>
                <a:ea typeface="Red Hat Display"/>
                <a:cs typeface="Red Hat Display"/>
                <a:sym typeface="Red Hat Display"/>
              </a:rPr>
              <a:t>Transformer as State Encoder</a:t>
            </a:r>
            <a:endParaRPr b="1" sz="1300">
              <a:latin typeface="Red Hat Display"/>
              <a:ea typeface="Red Hat Display"/>
              <a:cs typeface="Red Hat Display"/>
              <a:sym typeface="Red Hat Display"/>
            </a:endParaRPr>
          </a:p>
        </p:txBody>
      </p:sp>
      <p:sp>
        <p:nvSpPr>
          <p:cNvPr id="635" name="Google Shape;635;p51"/>
          <p:cNvSpPr txBox="1"/>
          <p:nvPr>
            <p:ph idx="5" type="body"/>
          </p:nvPr>
        </p:nvSpPr>
        <p:spPr>
          <a:xfrm>
            <a:off x="357975" y="2394875"/>
            <a:ext cx="2198700" cy="1837200"/>
          </a:xfrm>
          <a:prstGeom prst="rect">
            <a:avLst/>
          </a:prstGeom>
        </p:spPr>
        <p:txBody>
          <a:bodyPr anchorCtr="0" anchor="t" bIns="0" lIns="0" spcFirstLastPara="1" rIns="0" wrap="square" tIns="0">
            <a:spAutoFit/>
          </a:bodyPr>
          <a:lstStyle/>
          <a:p>
            <a:pPr indent="-311150" lvl="0" marL="457200" rtl="0" algn="l">
              <a:spcBef>
                <a:spcPts val="0"/>
              </a:spcBef>
              <a:spcAft>
                <a:spcPts val="0"/>
              </a:spcAft>
              <a:buSzPts val="1300"/>
              <a:buChar char="●"/>
            </a:pPr>
            <a:r>
              <a:rPr b="1" lang="en" sz="1300">
                <a:latin typeface="Arial"/>
                <a:ea typeface="Arial"/>
                <a:cs typeface="Arial"/>
                <a:sym typeface="Arial"/>
              </a:rPr>
              <a:t>Preprocess the input vector for MLP</a:t>
            </a:r>
            <a:endParaRPr b="1" sz="1300">
              <a:latin typeface="Arial"/>
              <a:ea typeface="Arial"/>
              <a:cs typeface="Arial"/>
              <a:sym typeface="Arial"/>
            </a:endParaRPr>
          </a:p>
          <a:p>
            <a:pPr indent="-311150" lvl="0" marL="457200" rtl="0" algn="l">
              <a:spcBef>
                <a:spcPts val="1000"/>
              </a:spcBef>
              <a:spcAft>
                <a:spcPts val="0"/>
              </a:spcAft>
              <a:buSzPts val="1300"/>
              <a:buFont typeface="Arial"/>
              <a:buChar char="●"/>
            </a:pPr>
            <a:r>
              <a:rPr b="1" lang="en" sz="1300">
                <a:latin typeface="Arial"/>
                <a:ea typeface="Arial"/>
                <a:cs typeface="Arial"/>
                <a:sym typeface="Arial"/>
              </a:rPr>
              <a:t>Transformer</a:t>
            </a:r>
            <a:r>
              <a:rPr b="1" lang="en" sz="1300">
                <a:latin typeface="Arial"/>
                <a:ea typeface="Arial"/>
                <a:cs typeface="Arial"/>
                <a:sym typeface="Arial"/>
              </a:rPr>
              <a:t> </a:t>
            </a:r>
            <a:r>
              <a:rPr b="1" lang="en" sz="1300">
                <a:latin typeface="Arial"/>
                <a:ea typeface="Arial"/>
                <a:cs typeface="Arial"/>
                <a:sym typeface="Arial"/>
              </a:rPr>
              <a:t>can handle </a:t>
            </a:r>
            <a:r>
              <a:rPr b="1" lang="en" sz="1300">
                <a:latin typeface="Arial"/>
                <a:ea typeface="Arial"/>
                <a:cs typeface="Arial"/>
                <a:sym typeface="Arial"/>
              </a:rPr>
              <a:t>time-series data</a:t>
            </a:r>
            <a:endParaRPr b="1" sz="1300">
              <a:latin typeface="Arial"/>
              <a:ea typeface="Arial"/>
              <a:cs typeface="Arial"/>
              <a:sym typeface="Arial"/>
            </a:endParaRPr>
          </a:p>
          <a:p>
            <a:pPr indent="-311150" lvl="0" marL="457200" rtl="0" algn="l">
              <a:spcBef>
                <a:spcPts val="1000"/>
              </a:spcBef>
              <a:spcAft>
                <a:spcPts val="1000"/>
              </a:spcAft>
              <a:buSzPts val="1300"/>
              <a:buChar char="●"/>
            </a:pPr>
            <a:r>
              <a:rPr b="1" lang="en" sz="1300"/>
              <a:t>Train faster than LSTM and RNN</a:t>
            </a:r>
            <a:endParaRPr b="1" sz="1300"/>
          </a:p>
        </p:txBody>
      </p:sp>
      <p:sp>
        <p:nvSpPr>
          <p:cNvPr id="636" name="Google Shape;636;p51"/>
          <p:cNvSpPr txBox="1"/>
          <p:nvPr/>
        </p:nvSpPr>
        <p:spPr>
          <a:xfrm>
            <a:off x="228600" y="4793631"/>
            <a:ext cx="2996100" cy="1758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sz="800">
                <a:solidFill>
                  <a:schemeClr val="lt2"/>
                </a:solidFill>
                <a:latin typeface="Red Hat Display"/>
                <a:ea typeface="Red Hat Display"/>
                <a:cs typeface="Red Hat Display"/>
                <a:sym typeface="Red Hat Display"/>
              </a:rPr>
              <a:t>Literature Review</a:t>
            </a:r>
            <a:endParaRPr sz="800">
              <a:solidFill>
                <a:schemeClr val="lt2"/>
              </a:solidFill>
              <a:latin typeface="Red Hat Display"/>
              <a:ea typeface="Red Hat Display"/>
              <a:cs typeface="Red Hat Display"/>
              <a:sym typeface="Red Hat Display"/>
            </a:endParaRPr>
          </a:p>
        </p:txBody>
      </p:sp>
      <p:pic>
        <p:nvPicPr>
          <p:cNvPr id="637" name="Google Shape;637;p51" title="state encoder transformer.drawio (1).png"/>
          <p:cNvPicPr preferRelativeResize="0"/>
          <p:nvPr/>
        </p:nvPicPr>
        <p:blipFill>
          <a:blip r:embed="rId3">
            <a:alphaModFix/>
          </a:blip>
          <a:stretch>
            <a:fillRect/>
          </a:stretch>
        </p:blipFill>
        <p:spPr>
          <a:xfrm>
            <a:off x="2894853" y="1231539"/>
            <a:ext cx="1471787" cy="3504637"/>
          </a:xfrm>
          <a:prstGeom prst="rect">
            <a:avLst/>
          </a:prstGeom>
          <a:noFill/>
          <a:ln>
            <a:noFill/>
          </a:ln>
        </p:spPr>
      </p:pic>
      <p:cxnSp>
        <p:nvCxnSpPr>
          <p:cNvPr id="638" name="Google Shape;638;p51"/>
          <p:cNvCxnSpPr/>
          <p:nvPr/>
        </p:nvCxnSpPr>
        <p:spPr>
          <a:xfrm flipH="1">
            <a:off x="6778400" y="4174625"/>
            <a:ext cx="227100" cy="330000"/>
          </a:xfrm>
          <a:prstGeom prst="straightConnector1">
            <a:avLst/>
          </a:prstGeom>
          <a:noFill/>
          <a:ln cap="flat" cmpd="sng" w="9525">
            <a:solidFill>
              <a:schemeClr val="accent5"/>
            </a:solidFill>
            <a:prstDash val="solid"/>
            <a:round/>
            <a:headEnd len="med" w="med" type="none"/>
            <a:tailEnd len="med" w="med" type="none"/>
          </a:ln>
        </p:spPr>
      </p:cxnSp>
      <p:cxnSp>
        <p:nvCxnSpPr>
          <p:cNvPr id="639" name="Google Shape;639;p51"/>
          <p:cNvCxnSpPr/>
          <p:nvPr/>
        </p:nvCxnSpPr>
        <p:spPr>
          <a:xfrm flipH="1">
            <a:off x="6780875" y="2092075"/>
            <a:ext cx="226200" cy="322200"/>
          </a:xfrm>
          <a:prstGeom prst="straightConnector1">
            <a:avLst/>
          </a:prstGeom>
          <a:noFill/>
          <a:ln cap="flat" cmpd="sng" w="9525">
            <a:solidFill>
              <a:schemeClr val="accent5"/>
            </a:solidFill>
            <a:prstDash val="solid"/>
            <a:round/>
            <a:headEnd len="med" w="med" type="none"/>
            <a:tailEnd len="med" w="med" type="none"/>
          </a:ln>
        </p:spPr>
      </p:cxnSp>
      <p:sp>
        <p:nvSpPr>
          <p:cNvPr id="640" name="Google Shape;640;p51"/>
          <p:cNvSpPr/>
          <p:nvPr/>
        </p:nvSpPr>
        <p:spPr>
          <a:xfrm>
            <a:off x="4812675" y="2088675"/>
            <a:ext cx="2373600" cy="2415900"/>
          </a:xfrm>
          <a:prstGeom prst="snip2DiagRect">
            <a:avLst>
              <a:gd fmla="val 0" name="adj1"/>
              <a:gd fmla="val 16667" name="adj2"/>
            </a:avLst>
          </a:prstGeom>
          <a:solidFill>
            <a:schemeClr val="accent5"/>
          </a:solidFill>
          <a:ln cap="flat" cmpd="sng" w="9525">
            <a:solidFill>
              <a:schemeClr val="accent5"/>
            </a:solidFill>
            <a:prstDash val="solid"/>
            <a:round/>
            <a:headEnd len="sm" w="sm" type="none"/>
            <a:tailEnd len="sm" w="sm" type="none"/>
          </a:ln>
        </p:spPr>
        <p:txBody>
          <a:bodyPr anchorCtr="0" anchor="t" bIns="91425" lIns="45700" spcFirstLastPara="1" rIns="45700" wrap="square" tIns="91425">
            <a:noAutofit/>
          </a:bodyPr>
          <a:lstStyle/>
          <a:p>
            <a:pPr indent="0" lvl="0" marL="0" marR="2700" rtl="0" algn="l">
              <a:lnSpc>
                <a:spcPct val="115000"/>
              </a:lnSpc>
              <a:spcBef>
                <a:spcPts val="0"/>
              </a:spcBef>
              <a:spcAft>
                <a:spcPts val="0"/>
              </a:spcAft>
              <a:buNone/>
            </a:pPr>
            <a:r>
              <a:t/>
            </a:r>
            <a:endParaRPr sz="1300">
              <a:solidFill>
                <a:schemeClr val="lt1"/>
              </a:solidFill>
              <a:latin typeface="Red Hat Display"/>
              <a:ea typeface="Red Hat Display"/>
              <a:cs typeface="Red Hat Display"/>
              <a:sym typeface="Red Hat Display"/>
            </a:endParaRPr>
          </a:p>
        </p:txBody>
      </p:sp>
      <p:sp>
        <p:nvSpPr>
          <p:cNvPr id="641" name="Google Shape;641;p51"/>
          <p:cNvSpPr/>
          <p:nvPr/>
        </p:nvSpPr>
        <p:spPr>
          <a:xfrm>
            <a:off x="4678250" y="1680725"/>
            <a:ext cx="2609100" cy="4068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cxnSp>
        <p:nvCxnSpPr>
          <p:cNvPr id="642" name="Google Shape;642;p51"/>
          <p:cNvCxnSpPr/>
          <p:nvPr/>
        </p:nvCxnSpPr>
        <p:spPr>
          <a:xfrm flipH="1">
            <a:off x="4448792" y="4174625"/>
            <a:ext cx="357900" cy="330000"/>
          </a:xfrm>
          <a:prstGeom prst="straightConnector1">
            <a:avLst/>
          </a:prstGeom>
          <a:noFill/>
          <a:ln cap="flat" cmpd="sng" w="9525">
            <a:solidFill>
              <a:schemeClr val="accent5"/>
            </a:solidFill>
            <a:prstDash val="solid"/>
            <a:round/>
            <a:headEnd len="med" w="med" type="none"/>
            <a:tailEnd len="med" w="med" type="none"/>
          </a:ln>
        </p:spPr>
      </p:cxnSp>
      <p:cxnSp>
        <p:nvCxnSpPr>
          <p:cNvPr id="643" name="Google Shape;643;p51"/>
          <p:cNvCxnSpPr/>
          <p:nvPr/>
        </p:nvCxnSpPr>
        <p:spPr>
          <a:xfrm flipH="1">
            <a:off x="4452775" y="2092075"/>
            <a:ext cx="356400" cy="322200"/>
          </a:xfrm>
          <a:prstGeom prst="straightConnector1">
            <a:avLst/>
          </a:prstGeom>
          <a:noFill/>
          <a:ln cap="flat" cmpd="sng" w="9525">
            <a:solidFill>
              <a:schemeClr val="accent5"/>
            </a:solidFill>
            <a:prstDash val="solid"/>
            <a:round/>
            <a:headEnd len="med" w="med" type="none"/>
            <a:tailEnd len="med" w="med" type="none"/>
          </a:ln>
        </p:spPr>
      </p:cxnSp>
      <p:sp>
        <p:nvSpPr>
          <p:cNvPr id="644" name="Google Shape;644;p51"/>
          <p:cNvSpPr txBox="1"/>
          <p:nvPr>
            <p:ph idx="1" type="subTitle"/>
          </p:nvPr>
        </p:nvSpPr>
        <p:spPr>
          <a:xfrm>
            <a:off x="4678250" y="1687775"/>
            <a:ext cx="2609100" cy="4068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b="1" lang="en" sz="1300">
                <a:latin typeface="Red Hat Display"/>
                <a:ea typeface="Red Hat Display"/>
                <a:cs typeface="Red Hat Display"/>
                <a:sym typeface="Red Hat Display"/>
              </a:rPr>
              <a:t>Transformer as Actor/Policy</a:t>
            </a:r>
            <a:endParaRPr b="1" sz="1300">
              <a:latin typeface="Red Hat Display"/>
              <a:ea typeface="Red Hat Display"/>
              <a:cs typeface="Red Hat Display"/>
              <a:sym typeface="Red Hat Display"/>
            </a:endParaRPr>
          </a:p>
        </p:txBody>
      </p:sp>
      <p:sp>
        <p:nvSpPr>
          <p:cNvPr id="645" name="Google Shape;645;p51"/>
          <p:cNvSpPr txBox="1"/>
          <p:nvPr>
            <p:ph idx="5" type="body"/>
          </p:nvPr>
        </p:nvSpPr>
        <p:spPr>
          <a:xfrm>
            <a:off x="4806700" y="2394875"/>
            <a:ext cx="2198700" cy="1248900"/>
          </a:xfrm>
          <a:prstGeom prst="rect">
            <a:avLst/>
          </a:prstGeom>
        </p:spPr>
        <p:txBody>
          <a:bodyPr anchorCtr="0" anchor="t" bIns="0" lIns="0" spcFirstLastPara="1" rIns="0" wrap="square" tIns="0">
            <a:spAutoFit/>
          </a:bodyPr>
          <a:lstStyle/>
          <a:p>
            <a:pPr indent="-311150" lvl="0" marL="457200" rtl="0" algn="l">
              <a:spcBef>
                <a:spcPts val="0"/>
              </a:spcBef>
              <a:spcAft>
                <a:spcPts val="0"/>
              </a:spcAft>
              <a:buSzPts val="1300"/>
              <a:buChar char="●"/>
            </a:pPr>
            <a:r>
              <a:rPr b="1" lang="en" sz="1300">
                <a:latin typeface="Arial"/>
                <a:ea typeface="Arial"/>
                <a:cs typeface="Arial"/>
                <a:sym typeface="Arial"/>
              </a:rPr>
              <a:t>Transformer directly replace the MLP</a:t>
            </a:r>
            <a:endParaRPr b="1" sz="1300">
              <a:latin typeface="Arial"/>
              <a:ea typeface="Arial"/>
              <a:cs typeface="Arial"/>
              <a:sym typeface="Arial"/>
            </a:endParaRPr>
          </a:p>
          <a:p>
            <a:pPr indent="-311150" lvl="0" marL="457200" rtl="0" algn="l">
              <a:spcBef>
                <a:spcPts val="1000"/>
              </a:spcBef>
              <a:spcAft>
                <a:spcPts val="1000"/>
              </a:spcAft>
              <a:buSzPts val="1300"/>
              <a:buFont typeface="Arial"/>
              <a:buChar char="●"/>
            </a:pPr>
            <a:r>
              <a:rPr b="1" lang="en" sz="1300">
                <a:latin typeface="Arial"/>
                <a:ea typeface="Arial"/>
                <a:cs typeface="Arial"/>
                <a:sym typeface="Arial"/>
              </a:rPr>
              <a:t>Transformer can handle time-series data</a:t>
            </a:r>
            <a:endParaRPr b="1" sz="1300"/>
          </a:p>
        </p:txBody>
      </p:sp>
      <p:pic>
        <p:nvPicPr>
          <p:cNvPr id="646" name="Google Shape;646;p51" title="transformer policy.drawio.png"/>
          <p:cNvPicPr preferRelativeResize="0"/>
          <p:nvPr/>
        </p:nvPicPr>
        <p:blipFill>
          <a:blip r:embed="rId4">
            <a:alphaModFix/>
          </a:blip>
          <a:stretch>
            <a:fillRect/>
          </a:stretch>
        </p:blipFill>
        <p:spPr>
          <a:xfrm>
            <a:off x="7359200" y="1769658"/>
            <a:ext cx="1556200" cy="284589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grpSp>
        <p:nvGrpSpPr>
          <p:cNvPr id="651" name="Google Shape;651;p52"/>
          <p:cNvGrpSpPr/>
          <p:nvPr/>
        </p:nvGrpSpPr>
        <p:grpSpPr>
          <a:xfrm flipH="1">
            <a:off x="7530978" y="55689"/>
            <a:ext cx="1531286" cy="1264512"/>
            <a:chOff x="7084364" y="227014"/>
            <a:chExt cx="1831025" cy="1512212"/>
          </a:xfrm>
        </p:grpSpPr>
        <p:sp>
          <p:nvSpPr>
            <p:cNvPr id="652" name="Google Shape;652;p52"/>
            <p:cNvSpPr/>
            <p:nvPr/>
          </p:nvSpPr>
          <p:spPr>
            <a:xfrm>
              <a:off x="7084364" y="227014"/>
              <a:ext cx="256500" cy="256500"/>
            </a:xfrm>
            <a:prstGeom prst="ellipse">
              <a:avLst/>
            </a:prstGeom>
            <a:solidFill>
              <a:schemeClr val="accent2"/>
            </a:solidFill>
            <a:ln>
              <a:noFill/>
            </a:ln>
          </p:spPr>
          <p:txBody>
            <a:bodyPr anchorCtr="0" anchor="ctr" bIns="76450" lIns="76450" spcFirstLastPara="1" rIns="76450" wrap="square" tIns="76450">
              <a:noAutofit/>
            </a:bodyPr>
            <a:lstStyle/>
            <a:p>
              <a:pPr indent="0" lvl="0" marL="0" rtl="0" algn="ctr">
                <a:spcBef>
                  <a:spcPts val="0"/>
                </a:spcBef>
                <a:spcAft>
                  <a:spcPts val="0"/>
                </a:spcAft>
                <a:buNone/>
              </a:pPr>
              <a:r>
                <a:t/>
              </a:r>
              <a:endParaRPr sz="1170">
                <a:solidFill>
                  <a:schemeClr val="dk1"/>
                </a:solidFill>
              </a:endParaRPr>
            </a:p>
          </p:txBody>
        </p:sp>
        <p:sp>
          <p:nvSpPr>
            <p:cNvPr id="653" name="Google Shape;653;p52"/>
            <p:cNvSpPr/>
            <p:nvPr/>
          </p:nvSpPr>
          <p:spPr>
            <a:xfrm>
              <a:off x="7430139" y="234414"/>
              <a:ext cx="233700" cy="233700"/>
            </a:xfrm>
            <a:prstGeom prst="ellipse">
              <a:avLst/>
            </a:prstGeom>
            <a:solidFill>
              <a:schemeClr val="accent2"/>
            </a:solidFill>
            <a:ln>
              <a:noFill/>
            </a:ln>
          </p:spPr>
          <p:txBody>
            <a:bodyPr anchorCtr="0" anchor="ctr" bIns="76450" lIns="76450" spcFirstLastPara="1" rIns="76450" wrap="square" tIns="76450">
              <a:noAutofit/>
            </a:bodyPr>
            <a:lstStyle/>
            <a:p>
              <a:pPr indent="0" lvl="0" marL="0" rtl="0" algn="ctr">
                <a:spcBef>
                  <a:spcPts val="0"/>
                </a:spcBef>
                <a:spcAft>
                  <a:spcPts val="0"/>
                </a:spcAft>
                <a:buNone/>
              </a:pPr>
              <a:r>
                <a:t/>
              </a:r>
              <a:endParaRPr sz="1170">
                <a:solidFill>
                  <a:schemeClr val="dk1"/>
                </a:solidFill>
              </a:endParaRPr>
            </a:p>
          </p:txBody>
        </p:sp>
        <p:sp>
          <p:nvSpPr>
            <p:cNvPr id="654" name="Google Shape;654;p52"/>
            <p:cNvSpPr/>
            <p:nvPr/>
          </p:nvSpPr>
          <p:spPr>
            <a:xfrm>
              <a:off x="7781416" y="234414"/>
              <a:ext cx="210300" cy="210300"/>
            </a:xfrm>
            <a:prstGeom prst="ellipse">
              <a:avLst/>
            </a:prstGeom>
            <a:solidFill>
              <a:schemeClr val="accent2"/>
            </a:solidFill>
            <a:ln>
              <a:noFill/>
            </a:ln>
          </p:spPr>
          <p:txBody>
            <a:bodyPr anchorCtr="0" anchor="ctr" bIns="76450" lIns="76450" spcFirstLastPara="1" rIns="76450" wrap="square" tIns="76450">
              <a:noAutofit/>
            </a:bodyPr>
            <a:lstStyle/>
            <a:p>
              <a:pPr indent="0" lvl="0" marL="0" rtl="0" algn="ctr">
                <a:spcBef>
                  <a:spcPts val="0"/>
                </a:spcBef>
                <a:spcAft>
                  <a:spcPts val="0"/>
                </a:spcAft>
                <a:buNone/>
              </a:pPr>
              <a:r>
                <a:t/>
              </a:r>
              <a:endParaRPr sz="1170">
                <a:solidFill>
                  <a:schemeClr val="dk1"/>
                </a:solidFill>
              </a:endParaRPr>
            </a:p>
          </p:txBody>
        </p:sp>
        <p:sp>
          <p:nvSpPr>
            <p:cNvPr id="655" name="Google Shape;655;p52"/>
            <p:cNvSpPr/>
            <p:nvPr/>
          </p:nvSpPr>
          <p:spPr>
            <a:xfrm>
              <a:off x="8133314" y="252614"/>
              <a:ext cx="174000" cy="174000"/>
            </a:xfrm>
            <a:prstGeom prst="ellipse">
              <a:avLst/>
            </a:prstGeom>
            <a:solidFill>
              <a:schemeClr val="accent2"/>
            </a:solidFill>
            <a:ln>
              <a:noFill/>
            </a:ln>
          </p:spPr>
          <p:txBody>
            <a:bodyPr anchorCtr="0" anchor="ctr" bIns="76450" lIns="76450" spcFirstLastPara="1" rIns="76450" wrap="square" tIns="76450">
              <a:noAutofit/>
            </a:bodyPr>
            <a:lstStyle/>
            <a:p>
              <a:pPr indent="0" lvl="0" marL="0" rtl="0" algn="ctr">
                <a:spcBef>
                  <a:spcPts val="0"/>
                </a:spcBef>
                <a:spcAft>
                  <a:spcPts val="0"/>
                </a:spcAft>
                <a:buNone/>
              </a:pPr>
              <a:r>
                <a:t/>
              </a:r>
              <a:endParaRPr sz="1170">
                <a:solidFill>
                  <a:schemeClr val="dk1"/>
                </a:solidFill>
              </a:endParaRPr>
            </a:p>
          </p:txBody>
        </p:sp>
        <p:sp>
          <p:nvSpPr>
            <p:cNvPr id="656" name="Google Shape;656;p52"/>
            <p:cNvSpPr/>
            <p:nvPr/>
          </p:nvSpPr>
          <p:spPr>
            <a:xfrm>
              <a:off x="8480089" y="262639"/>
              <a:ext cx="140700" cy="141000"/>
            </a:xfrm>
            <a:prstGeom prst="ellipse">
              <a:avLst/>
            </a:prstGeom>
            <a:solidFill>
              <a:schemeClr val="accent2"/>
            </a:solidFill>
            <a:ln>
              <a:noFill/>
            </a:ln>
          </p:spPr>
          <p:txBody>
            <a:bodyPr anchorCtr="0" anchor="ctr" bIns="76450" lIns="76450" spcFirstLastPara="1" rIns="76450" wrap="square" tIns="76450">
              <a:noAutofit/>
            </a:bodyPr>
            <a:lstStyle/>
            <a:p>
              <a:pPr indent="0" lvl="0" marL="0" rtl="0" algn="ctr">
                <a:spcBef>
                  <a:spcPts val="0"/>
                </a:spcBef>
                <a:spcAft>
                  <a:spcPts val="0"/>
                </a:spcAft>
                <a:buNone/>
              </a:pPr>
              <a:r>
                <a:t/>
              </a:r>
              <a:endParaRPr sz="1170">
                <a:solidFill>
                  <a:schemeClr val="dk1"/>
                </a:solidFill>
              </a:endParaRPr>
            </a:p>
          </p:txBody>
        </p:sp>
        <p:sp>
          <p:nvSpPr>
            <p:cNvPr id="657" name="Google Shape;657;p52"/>
            <p:cNvSpPr/>
            <p:nvPr/>
          </p:nvSpPr>
          <p:spPr>
            <a:xfrm>
              <a:off x="8850289" y="295914"/>
              <a:ext cx="65100" cy="65100"/>
            </a:xfrm>
            <a:prstGeom prst="ellipse">
              <a:avLst/>
            </a:prstGeom>
            <a:solidFill>
              <a:schemeClr val="accent2"/>
            </a:solidFill>
            <a:ln>
              <a:noFill/>
            </a:ln>
          </p:spPr>
          <p:txBody>
            <a:bodyPr anchorCtr="0" anchor="ctr" bIns="76450" lIns="76450" spcFirstLastPara="1" rIns="76450" wrap="square" tIns="76450">
              <a:noAutofit/>
            </a:bodyPr>
            <a:lstStyle/>
            <a:p>
              <a:pPr indent="0" lvl="0" marL="0" rtl="0" algn="ctr">
                <a:spcBef>
                  <a:spcPts val="0"/>
                </a:spcBef>
                <a:spcAft>
                  <a:spcPts val="0"/>
                </a:spcAft>
                <a:buNone/>
              </a:pPr>
              <a:r>
                <a:t/>
              </a:r>
              <a:endParaRPr sz="1170">
                <a:solidFill>
                  <a:schemeClr val="dk1"/>
                </a:solidFill>
              </a:endParaRPr>
            </a:p>
          </p:txBody>
        </p:sp>
        <p:sp>
          <p:nvSpPr>
            <p:cNvPr id="658" name="Google Shape;658;p52"/>
            <p:cNvSpPr/>
            <p:nvPr/>
          </p:nvSpPr>
          <p:spPr>
            <a:xfrm>
              <a:off x="7107164" y="569839"/>
              <a:ext cx="233700" cy="233700"/>
            </a:xfrm>
            <a:prstGeom prst="ellipse">
              <a:avLst/>
            </a:prstGeom>
            <a:solidFill>
              <a:schemeClr val="accent2"/>
            </a:solidFill>
            <a:ln>
              <a:noFill/>
            </a:ln>
          </p:spPr>
          <p:txBody>
            <a:bodyPr anchorCtr="0" anchor="ctr" bIns="76450" lIns="76450" spcFirstLastPara="1" rIns="76450" wrap="square" tIns="76450">
              <a:noAutofit/>
            </a:bodyPr>
            <a:lstStyle/>
            <a:p>
              <a:pPr indent="0" lvl="0" marL="0" rtl="0" algn="ctr">
                <a:spcBef>
                  <a:spcPts val="0"/>
                </a:spcBef>
                <a:spcAft>
                  <a:spcPts val="0"/>
                </a:spcAft>
                <a:buNone/>
              </a:pPr>
              <a:r>
                <a:t/>
              </a:r>
              <a:endParaRPr sz="1170">
                <a:solidFill>
                  <a:schemeClr val="dk1"/>
                </a:solidFill>
              </a:endParaRPr>
            </a:p>
          </p:txBody>
        </p:sp>
        <p:sp>
          <p:nvSpPr>
            <p:cNvPr id="659" name="Google Shape;659;p52"/>
            <p:cNvSpPr/>
            <p:nvPr/>
          </p:nvSpPr>
          <p:spPr>
            <a:xfrm>
              <a:off x="7449241" y="575088"/>
              <a:ext cx="210300" cy="210300"/>
            </a:xfrm>
            <a:prstGeom prst="ellipse">
              <a:avLst/>
            </a:prstGeom>
            <a:solidFill>
              <a:schemeClr val="accent2"/>
            </a:solidFill>
            <a:ln>
              <a:noFill/>
            </a:ln>
          </p:spPr>
          <p:txBody>
            <a:bodyPr anchorCtr="0" anchor="ctr" bIns="76450" lIns="76450" spcFirstLastPara="1" rIns="76450" wrap="square" tIns="76450">
              <a:noAutofit/>
            </a:bodyPr>
            <a:lstStyle/>
            <a:p>
              <a:pPr indent="0" lvl="0" marL="0" rtl="0" algn="ctr">
                <a:spcBef>
                  <a:spcPts val="0"/>
                </a:spcBef>
                <a:spcAft>
                  <a:spcPts val="0"/>
                </a:spcAft>
                <a:buNone/>
              </a:pPr>
              <a:r>
                <a:t/>
              </a:r>
              <a:endParaRPr sz="1170">
                <a:solidFill>
                  <a:schemeClr val="dk1"/>
                </a:solidFill>
              </a:endParaRPr>
            </a:p>
          </p:txBody>
        </p:sp>
        <p:sp>
          <p:nvSpPr>
            <p:cNvPr id="660" name="Google Shape;660;p52"/>
            <p:cNvSpPr/>
            <p:nvPr/>
          </p:nvSpPr>
          <p:spPr>
            <a:xfrm>
              <a:off x="7796668" y="583914"/>
              <a:ext cx="179700" cy="179700"/>
            </a:xfrm>
            <a:prstGeom prst="ellipse">
              <a:avLst/>
            </a:prstGeom>
            <a:solidFill>
              <a:schemeClr val="accent2"/>
            </a:solidFill>
            <a:ln>
              <a:noFill/>
            </a:ln>
          </p:spPr>
          <p:txBody>
            <a:bodyPr anchorCtr="0" anchor="ctr" bIns="76450" lIns="76450" spcFirstLastPara="1" rIns="76450" wrap="square" tIns="76450">
              <a:noAutofit/>
            </a:bodyPr>
            <a:lstStyle/>
            <a:p>
              <a:pPr indent="0" lvl="0" marL="0" rtl="0" algn="ctr">
                <a:spcBef>
                  <a:spcPts val="0"/>
                </a:spcBef>
                <a:spcAft>
                  <a:spcPts val="0"/>
                </a:spcAft>
                <a:buNone/>
              </a:pPr>
              <a:r>
                <a:t/>
              </a:r>
              <a:endParaRPr sz="1170">
                <a:solidFill>
                  <a:schemeClr val="dk1"/>
                </a:solidFill>
              </a:endParaRPr>
            </a:p>
          </p:txBody>
        </p:sp>
        <p:sp>
          <p:nvSpPr>
            <p:cNvPr id="661" name="Google Shape;661;p52"/>
            <p:cNvSpPr/>
            <p:nvPr/>
          </p:nvSpPr>
          <p:spPr>
            <a:xfrm>
              <a:off x="8144315" y="597589"/>
              <a:ext cx="152100" cy="152400"/>
            </a:xfrm>
            <a:prstGeom prst="ellipse">
              <a:avLst/>
            </a:prstGeom>
            <a:solidFill>
              <a:schemeClr val="accent2"/>
            </a:solidFill>
            <a:ln>
              <a:noFill/>
            </a:ln>
          </p:spPr>
          <p:txBody>
            <a:bodyPr anchorCtr="0" anchor="ctr" bIns="76450" lIns="76450" spcFirstLastPara="1" rIns="76450" wrap="square" tIns="76450">
              <a:noAutofit/>
            </a:bodyPr>
            <a:lstStyle/>
            <a:p>
              <a:pPr indent="0" lvl="0" marL="0" rtl="0" algn="ctr">
                <a:spcBef>
                  <a:spcPts val="0"/>
                </a:spcBef>
                <a:spcAft>
                  <a:spcPts val="0"/>
                </a:spcAft>
                <a:buNone/>
              </a:pPr>
              <a:r>
                <a:t/>
              </a:r>
              <a:endParaRPr sz="1170">
                <a:solidFill>
                  <a:schemeClr val="dk1"/>
                </a:solidFill>
              </a:endParaRPr>
            </a:p>
          </p:txBody>
        </p:sp>
        <p:sp>
          <p:nvSpPr>
            <p:cNvPr id="662" name="Google Shape;662;p52"/>
            <p:cNvSpPr/>
            <p:nvPr/>
          </p:nvSpPr>
          <p:spPr>
            <a:xfrm>
              <a:off x="8500688" y="617239"/>
              <a:ext cx="97800" cy="97800"/>
            </a:xfrm>
            <a:prstGeom prst="ellipse">
              <a:avLst/>
            </a:prstGeom>
            <a:solidFill>
              <a:schemeClr val="accent2"/>
            </a:solidFill>
            <a:ln>
              <a:noFill/>
            </a:ln>
          </p:spPr>
          <p:txBody>
            <a:bodyPr anchorCtr="0" anchor="ctr" bIns="76450" lIns="76450" spcFirstLastPara="1" rIns="76450" wrap="square" tIns="76450">
              <a:noAutofit/>
            </a:bodyPr>
            <a:lstStyle/>
            <a:p>
              <a:pPr indent="0" lvl="0" marL="0" rtl="0" algn="ctr">
                <a:spcBef>
                  <a:spcPts val="0"/>
                </a:spcBef>
                <a:spcAft>
                  <a:spcPts val="0"/>
                </a:spcAft>
                <a:buNone/>
              </a:pPr>
              <a:r>
                <a:t/>
              </a:r>
              <a:endParaRPr sz="1170">
                <a:solidFill>
                  <a:schemeClr val="dk1"/>
                </a:solidFill>
              </a:endParaRPr>
            </a:p>
          </p:txBody>
        </p:sp>
        <p:sp>
          <p:nvSpPr>
            <p:cNvPr id="663" name="Google Shape;663;p52"/>
            <p:cNvSpPr/>
            <p:nvPr/>
          </p:nvSpPr>
          <p:spPr>
            <a:xfrm>
              <a:off x="8866689" y="647014"/>
              <a:ext cx="32400" cy="32400"/>
            </a:xfrm>
            <a:prstGeom prst="ellipse">
              <a:avLst/>
            </a:prstGeom>
            <a:solidFill>
              <a:schemeClr val="accent2"/>
            </a:solidFill>
            <a:ln>
              <a:noFill/>
            </a:ln>
          </p:spPr>
          <p:txBody>
            <a:bodyPr anchorCtr="0" anchor="ctr" bIns="76450" lIns="76450" spcFirstLastPara="1" rIns="76450" wrap="square" tIns="76450">
              <a:noAutofit/>
            </a:bodyPr>
            <a:lstStyle/>
            <a:p>
              <a:pPr indent="0" lvl="0" marL="0" rtl="0" algn="ctr">
                <a:spcBef>
                  <a:spcPts val="0"/>
                </a:spcBef>
                <a:spcAft>
                  <a:spcPts val="0"/>
                </a:spcAft>
                <a:buNone/>
              </a:pPr>
              <a:r>
                <a:t/>
              </a:r>
              <a:endParaRPr sz="1170">
                <a:solidFill>
                  <a:schemeClr val="dk1"/>
                </a:solidFill>
              </a:endParaRPr>
            </a:p>
          </p:txBody>
        </p:sp>
        <p:sp>
          <p:nvSpPr>
            <p:cNvPr id="664" name="Google Shape;664;p52"/>
            <p:cNvSpPr/>
            <p:nvPr/>
          </p:nvSpPr>
          <p:spPr>
            <a:xfrm>
              <a:off x="7472245" y="922814"/>
              <a:ext cx="179700" cy="179700"/>
            </a:xfrm>
            <a:prstGeom prst="ellipse">
              <a:avLst/>
            </a:prstGeom>
            <a:solidFill>
              <a:schemeClr val="accent2"/>
            </a:solidFill>
            <a:ln>
              <a:noFill/>
            </a:ln>
          </p:spPr>
          <p:txBody>
            <a:bodyPr anchorCtr="0" anchor="ctr" bIns="76450" lIns="76450" spcFirstLastPara="1" rIns="76450" wrap="square" tIns="76450">
              <a:noAutofit/>
            </a:bodyPr>
            <a:lstStyle/>
            <a:p>
              <a:pPr indent="0" lvl="0" marL="0" rtl="0" algn="ctr">
                <a:spcBef>
                  <a:spcPts val="0"/>
                </a:spcBef>
                <a:spcAft>
                  <a:spcPts val="0"/>
                </a:spcAft>
                <a:buNone/>
              </a:pPr>
              <a:r>
                <a:t/>
              </a:r>
              <a:endParaRPr sz="1170">
                <a:solidFill>
                  <a:schemeClr val="dk1"/>
                </a:solidFill>
              </a:endParaRPr>
            </a:p>
          </p:txBody>
        </p:sp>
        <p:sp>
          <p:nvSpPr>
            <p:cNvPr id="665" name="Google Shape;665;p52"/>
            <p:cNvSpPr/>
            <p:nvPr/>
          </p:nvSpPr>
          <p:spPr>
            <a:xfrm>
              <a:off x="7127999" y="912648"/>
              <a:ext cx="210300" cy="210300"/>
            </a:xfrm>
            <a:prstGeom prst="ellipse">
              <a:avLst/>
            </a:prstGeom>
            <a:solidFill>
              <a:schemeClr val="accent2"/>
            </a:solidFill>
            <a:ln>
              <a:noFill/>
            </a:ln>
          </p:spPr>
          <p:txBody>
            <a:bodyPr anchorCtr="0" anchor="ctr" bIns="76450" lIns="76450" spcFirstLastPara="1" rIns="76450" wrap="square" tIns="76450">
              <a:noAutofit/>
            </a:bodyPr>
            <a:lstStyle/>
            <a:p>
              <a:pPr indent="0" lvl="0" marL="0" rtl="0" algn="ctr">
                <a:spcBef>
                  <a:spcPts val="0"/>
                </a:spcBef>
                <a:spcAft>
                  <a:spcPts val="0"/>
                </a:spcAft>
                <a:buNone/>
              </a:pPr>
              <a:r>
                <a:t/>
              </a:r>
              <a:endParaRPr sz="1170">
                <a:solidFill>
                  <a:schemeClr val="dk1"/>
                </a:solidFill>
              </a:endParaRPr>
            </a:p>
          </p:txBody>
        </p:sp>
        <p:sp>
          <p:nvSpPr>
            <p:cNvPr id="666" name="Google Shape;666;p52"/>
            <p:cNvSpPr/>
            <p:nvPr/>
          </p:nvSpPr>
          <p:spPr>
            <a:xfrm>
              <a:off x="7815729" y="931249"/>
              <a:ext cx="152100" cy="152400"/>
            </a:xfrm>
            <a:prstGeom prst="ellipse">
              <a:avLst/>
            </a:prstGeom>
            <a:solidFill>
              <a:schemeClr val="accent2"/>
            </a:solidFill>
            <a:ln>
              <a:noFill/>
            </a:ln>
          </p:spPr>
          <p:txBody>
            <a:bodyPr anchorCtr="0" anchor="ctr" bIns="76450" lIns="76450" spcFirstLastPara="1" rIns="76450" wrap="square" tIns="76450">
              <a:noAutofit/>
            </a:bodyPr>
            <a:lstStyle/>
            <a:p>
              <a:pPr indent="0" lvl="0" marL="0" rtl="0" algn="ctr">
                <a:spcBef>
                  <a:spcPts val="0"/>
                </a:spcBef>
                <a:spcAft>
                  <a:spcPts val="0"/>
                </a:spcAft>
                <a:buNone/>
              </a:pPr>
              <a:r>
                <a:t/>
              </a:r>
              <a:endParaRPr sz="1170">
                <a:solidFill>
                  <a:schemeClr val="dk1"/>
                </a:solidFill>
              </a:endParaRPr>
            </a:p>
          </p:txBody>
        </p:sp>
        <p:sp>
          <p:nvSpPr>
            <p:cNvPr id="667" name="Google Shape;667;p52"/>
            <p:cNvSpPr/>
            <p:nvPr/>
          </p:nvSpPr>
          <p:spPr>
            <a:xfrm>
              <a:off x="8173202" y="951701"/>
              <a:ext cx="108000" cy="108000"/>
            </a:xfrm>
            <a:prstGeom prst="ellipse">
              <a:avLst/>
            </a:prstGeom>
            <a:solidFill>
              <a:schemeClr val="accent2"/>
            </a:solidFill>
            <a:ln>
              <a:noFill/>
            </a:ln>
          </p:spPr>
          <p:txBody>
            <a:bodyPr anchorCtr="0" anchor="ctr" bIns="76450" lIns="76450" spcFirstLastPara="1" rIns="76450" wrap="square" tIns="76450">
              <a:noAutofit/>
            </a:bodyPr>
            <a:lstStyle/>
            <a:p>
              <a:pPr indent="0" lvl="0" marL="0" rtl="0" algn="ctr">
                <a:spcBef>
                  <a:spcPts val="0"/>
                </a:spcBef>
                <a:spcAft>
                  <a:spcPts val="0"/>
                </a:spcAft>
                <a:buNone/>
              </a:pPr>
              <a:r>
                <a:t/>
              </a:r>
              <a:endParaRPr sz="1170">
                <a:solidFill>
                  <a:schemeClr val="dk1"/>
                </a:solidFill>
              </a:endParaRPr>
            </a:p>
          </p:txBody>
        </p:sp>
        <p:sp>
          <p:nvSpPr>
            <p:cNvPr id="668" name="Google Shape;668;p52"/>
            <p:cNvSpPr/>
            <p:nvPr/>
          </p:nvSpPr>
          <p:spPr>
            <a:xfrm>
              <a:off x="8519627" y="971401"/>
              <a:ext cx="65100" cy="65100"/>
            </a:xfrm>
            <a:prstGeom prst="ellipse">
              <a:avLst/>
            </a:prstGeom>
            <a:solidFill>
              <a:schemeClr val="accent2"/>
            </a:solidFill>
            <a:ln>
              <a:noFill/>
            </a:ln>
          </p:spPr>
          <p:txBody>
            <a:bodyPr anchorCtr="0" anchor="ctr" bIns="76450" lIns="76450" spcFirstLastPara="1" rIns="76450" wrap="square" tIns="76450">
              <a:noAutofit/>
            </a:bodyPr>
            <a:lstStyle/>
            <a:p>
              <a:pPr indent="0" lvl="0" marL="0" rtl="0" algn="ctr">
                <a:spcBef>
                  <a:spcPts val="0"/>
                </a:spcBef>
                <a:spcAft>
                  <a:spcPts val="0"/>
                </a:spcAft>
                <a:buNone/>
              </a:pPr>
              <a:r>
                <a:t/>
              </a:r>
              <a:endParaRPr sz="1170">
                <a:solidFill>
                  <a:schemeClr val="dk1"/>
                </a:solidFill>
              </a:endParaRPr>
            </a:p>
          </p:txBody>
        </p:sp>
        <p:sp>
          <p:nvSpPr>
            <p:cNvPr id="669" name="Google Shape;669;p52"/>
            <p:cNvSpPr/>
            <p:nvPr/>
          </p:nvSpPr>
          <p:spPr>
            <a:xfrm>
              <a:off x="7493429" y="1269349"/>
              <a:ext cx="152100" cy="152400"/>
            </a:xfrm>
            <a:prstGeom prst="ellipse">
              <a:avLst/>
            </a:prstGeom>
            <a:solidFill>
              <a:schemeClr val="accent2"/>
            </a:solidFill>
            <a:ln>
              <a:noFill/>
            </a:ln>
          </p:spPr>
          <p:txBody>
            <a:bodyPr anchorCtr="0" anchor="ctr" bIns="76450" lIns="76450" spcFirstLastPara="1" rIns="76450" wrap="square" tIns="76450">
              <a:noAutofit/>
            </a:bodyPr>
            <a:lstStyle/>
            <a:p>
              <a:pPr indent="0" lvl="0" marL="0" rtl="0" algn="ctr">
                <a:spcBef>
                  <a:spcPts val="0"/>
                </a:spcBef>
                <a:spcAft>
                  <a:spcPts val="0"/>
                </a:spcAft>
                <a:buNone/>
              </a:pPr>
              <a:r>
                <a:t/>
              </a:r>
              <a:endParaRPr sz="1170">
                <a:solidFill>
                  <a:schemeClr val="dk1"/>
                </a:solidFill>
              </a:endParaRPr>
            </a:p>
          </p:txBody>
        </p:sp>
        <p:sp>
          <p:nvSpPr>
            <p:cNvPr id="670" name="Google Shape;670;p52"/>
            <p:cNvSpPr/>
            <p:nvPr/>
          </p:nvSpPr>
          <p:spPr>
            <a:xfrm>
              <a:off x="7143295" y="1262589"/>
              <a:ext cx="179700" cy="179700"/>
            </a:xfrm>
            <a:prstGeom prst="ellipse">
              <a:avLst/>
            </a:prstGeom>
            <a:solidFill>
              <a:schemeClr val="accent2"/>
            </a:solidFill>
            <a:ln>
              <a:noFill/>
            </a:ln>
          </p:spPr>
          <p:txBody>
            <a:bodyPr anchorCtr="0" anchor="ctr" bIns="76450" lIns="76450" spcFirstLastPara="1" rIns="76450" wrap="square" tIns="76450">
              <a:noAutofit/>
            </a:bodyPr>
            <a:lstStyle/>
            <a:p>
              <a:pPr indent="0" lvl="0" marL="0" rtl="0" algn="ctr">
                <a:spcBef>
                  <a:spcPts val="0"/>
                </a:spcBef>
                <a:spcAft>
                  <a:spcPts val="0"/>
                </a:spcAft>
                <a:buNone/>
              </a:pPr>
              <a:r>
                <a:t/>
              </a:r>
              <a:endParaRPr sz="1170">
                <a:solidFill>
                  <a:schemeClr val="dk1"/>
                </a:solidFill>
              </a:endParaRPr>
            </a:p>
          </p:txBody>
        </p:sp>
        <p:sp>
          <p:nvSpPr>
            <p:cNvPr id="671" name="Google Shape;671;p52"/>
            <p:cNvSpPr/>
            <p:nvPr/>
          </p:nvSpPr>
          <p:spPr>
            <a:xfrm>
              <a:off x="7842920" y="1291551"/>
              <a:ext cx="108000" cy="108000"/>
            </a:xfrm>
            <a:prstGeom prst="ellipse">
              <a:avLst/>
            </a:prstGeom>
            <a:solidFill>
              <a:schemeClr val="accent2"/>
            </a:solidFill>
            <a:ln>
              <a:noFill/>
            </a:ln>
          </p:spPr>
          <p:txBody>
            <a:bodyPr anchorCtr="0" anchor="ctr" bIns="76450" lIns="76450" spcFirstLastPara="1" rIns="76450" wrap="square" tIns="76450">
              <a:noAutofit/>
            </a:bodyPr>
            <a:lstStyle/>
            <a:p>
              <a:pPr indent="0" lvl="0" marL="0" rtl="0" algn="ctr">
                <a:spcBef>
                  <a:spcPts val="0"/>
                </a:spcBef>
                <a:spcAft>
                  <a:spcPts val="0"/>
                </a:spcAft>
                <a:buNone/>
              </a:pPr>
              <a:r>
                <a:t/>
              </a:r>
              <a:endParaRPr sz="1170">
                <a:solidFill>
                  <a:schemeClr val="dk1"/>
                </a:solidFill>
              </a:endParaRPr>
            </a:p>
          </p:txBody>
        </p:sp>
        <p:sp>
          <p:nvSpPr>
            <p:cNvPr id="672" name="Google Shape;672;p52"/>
            <p:cNvSpPr/>
            <p:nvPr/>
          </p:nvSpPr>
          <p:spPr>
            <a:xfrm>
              <a:off x="8200777" y="1308176"/>
              <a:ext cx="65100" cy="65100"/>
            </a:xfrm>
            <a:prstGeom prst="ellipse">
              <a:avLst/>
            </a:prstGeom>
            <a:solidFill>
              <a:schemeClr val="accent2"/>
            </a:solidFill>
            <a:ln>
              <a:noFill/>
            </a:ln>
          </p:spPr>
          <p:txBody>
            <a:bodyPr anchorCtr="0" anchor="ctr" bIns="76450" lIns="76450" spcFirstLastPara="1" rIns="76450" wrap="square" tIns="76450">
              <a:noAutofit/>
            </a:bodyPr>
            <a:lstStyle/>
            <a:p>
              <a:pPr indent="0" lvl="0" marL="0" rtl="0" algn="ctr">
                <a:spcBef>
                  <a:spcPts val="0"/>
                </a:spcBef>
                <a:spcAft>
                  <a:spcPts val="0"/>
                </a:spcAft>
                <a:buNone/>
              </a:pPr>
              <a:r>
                <a:t/>
              </a:r>
              <a:endParaRPr sz="1170">
                <a:solidFill>
                  <a:schemeClr val="dk1"/>
                </a:solidFill>
              </a:endParaRPr>
            </a:p>
          </p:txBody>
        </p:sp>
        <p:sp>
          <p:nvSpPr>
            <p:cNvPr id="673" name="Google Shape;673;p52"/>
            <p:cNvSpPr/>
            <p:nvPr/>
          </p:nvSpPr>
          <p:spPr>
            <a:xfrm>
              <a:off x="7182739" y="1631226"/>
              <a:ext cx="108000" cy="108000"/>
            </a:xfrm>
            <a:prstGeom prst="ellipse">
              <a:avLst/>
            </a:prstGeom>
            <a:solidFill>
              <a:schemeClr val="accent2"/>
            </a:solidFill>
            <a:ln>
              <a:noFill/>
            </a:ln>
          </p:spPr>
          <p:txBody>
            <a:bodyPr anchorCtr="0" anchor="ctr" bIns="76450" lIns="76450" spcFirstLastPara="1" rIns="76450" wrap="square" tIns="76450">
              <a:noAutofit/>
            </a:bodyPr>
            <a:lstStyle/>
            <a:p>
              <a:pPr indent="0" lvl="0" marL="0" rtl="0" algn="ctr">
                <a:spcBef>
                  <a:spcPts val="0"/>
                </a:spcBef>
                <a:spcAft>
                  <a:spcPts val="0"/>
                </a:spcAft>
                <a:buNone/>
              </a:pPr>
              <a:r>
                <a:t/>
              </a:r>
              <a:endParaRPr sz="1170">
                <a:solidFill>
                  <a:schemeClr val="dk1"/>
                </a:solidFill>
              </a:endParaRPr>
            </a:p>
          </p:txBody>
        </p:sp>
        <p:sp>
          <p:nvSpPr>
            <p:cNvPr id="674" name="Google Shape;674;p52"/>
            <p:cNvSpPr/>
            <p:nvPr/>
          </p:nvSpPr>
          <p:spPr>
            <a:xfrm>
              <a:off x="7525389" y="1633321"/>
              <a:ext cx="88200" cy="88200"/>
            </a:xfrm>
            <a:prstGeom prst="ellipse">
              <a:avLst/>
            </a:prstGeom>
            <a:solidFill>
              <a:schemeClr val="accent2"/>
            </a:solidFill>
            <a:ln>
              <a:noFill/>
            </a:ln>
          </p:spPr>
          <p:txBody>
            <a:bodyPr anchorCtr="0" anchor="ctr" bIns="76450" lIns="76450" spcFirstLastPara="1" rIns="76450" wrap="square" tIns="76450">
              <a:noAutofit/>
            </a:bodyPr>
            <a:lstStyle/>
            <a:p>
              <a:pPr indent="0" lvl="0" marL="0" rtl="0" algn="ctr">
                <a:spcBef>
                  <a:spcPts val="0"/>
                </a:spcBef>
                <a:spcAft>
                  <a:spcPts val="0"/>
                </a:spcAft>
                <a:buNone/>
              </a:pPr>
              <a:r>
                <a:t/>
              </a:r>
              <a:endParaRPr sz="1170">
                <a:solidFill>
                  <a:schemeClr val="dk1"/>
                </a:solidFill>
              </a:endParaRPr>
            </a:p>
          </p:txBody>
        </p:sp>
        <p:sp>
          <p:nvSpPr>
            <p:cNvPr id="675" name="Google Shape;675;p52"/>
            <p:cNvSpPr/>
            <p:nvPr/>
          </p:nvSpPr>
          <p:spPr>
            <a:xfrm>
              <a:off x="7880086" y="1655713"/>
              <a:ext cx="43500" cy="43500"/>
            </a:xfrm>
            <a:prstGeom prst="ellipse">
              <a:avLst/>
            </a:prstGeom>
            <a:solidFill>
              <a:schemeClr val="accent2"/>
            </a:solidFill>
            <a:ln>
              <a:noFill/>
            </a:ln>
          </p:spPr>
          <p:txBody>
            <a:bodyPr anchorCtr="0" anchor="ctr" bIns="76450" lIns="76450" spcFirstLastPara="1" rIns="76450" wrap="square" tIns="76450">
              <a:noAutofit/>
            </a:bodyPr>
            <a:lstStyle/>
            <a:p>
              <a:pPr indent="0" lvl="0" marL="0" rtl="0" algn="ctr">
                <a:spcBef>
                  <a:spcPts val="0"/>
                </a:spcBef>
                <a:spcAft>
                  <a:spcPts val="0"/>
                </a:spcAft>
                <a:buNone/>
              </a:pPr>
              <a:r>
                <a:t/>
              </a:r>
              <a:endParaRPr sz="1170">
                <a:solidFill>
                  <a:schemeClr val="dk1"/>
                </a:solidFill>
              </a:endParaRPr>
            </a:p>
          </p:txBody>
        </p:sp>
      </p:grpSp>
      <p:sp>
        <p:nvSpPr>
          <p:cNvPr id="676" name="Google Shape;676;p52"/>
          <p:cNvSpPr txBox="1"/>
          <p:nvPr/>
        </p:nvSpPr>
        <p:spPr>
          <a:xfrm>
            <a:off x="1806400" y="1208153"/>
            <a:ext cx="1574100" cy="5850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300">
                <a:solidFill>
                  <a:schemeClr val="lt1"/>
                </a:solidFill>
                <a:latin typeface="Lato"/>
                <a:ea typeface="Lato"/>
                <a:cs typeface="Lato"/>
                <a:sym typeface="Lato"/>
              </a:rPr>
              <a:t>SAC (Soft Actor-Critic)</a:t>
            </a:r>
            <a:endParaRPr b="1" sz="1200">
              <a:solidFill>
                <a:schemeClr val="lt1"/>
              </a:solidFill>
              <a:latin typeface="Lato"/>
              <a:ea typeface="Lato"/>
              <a:cs typeface="Lato"/>
              <a:sym typeface="Lato"/>
            </a:endParaRPr>
          </a:p>
        </p:txBody>
      </p:sp>
      <p:sp>
        <p:nvSpPr>
          <p:cNvPr id="677" name="Google Shape;677;p52"/>
          <p:cNvSpPr txBox="1"/>
          <p:nvPr/>
        </p:nvSpPr>
        <p:spPr>
          <a:xfrm>
            <a:off x="228725" y="1917149"/>
            <a:ext cx="1193700" cy="4101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None/>
            </a:pPr>
            <a:r>
              <a:rPr b="1" lang="en" sz="1200">
                <a:solidFill>
                  <a:schemeClr val="lt1"/>
                </a:solidFill>
                <a:latin typeface="Lato"/>
                <a:ea typeface="Lato"/>
                <a:cs typeface="Lato"/>
                <a:sym typeface="Lato"/>
              </a:rPr>
              <a:t>Action Space</a:t>
            </a:r>
            <a:endParaRPr b="1" sz="1200">
              <a:solidFill>
                <a:schemeClr val="lt1"/>
              </a:solidFill>
              <a:latin typeface="Lato"/>
              <a:ea typeface="Lato"/>
              <a:cs typeface="Lato"/>
              <a:sym typeface="Lato"/>
            </a:endParaRPr>
          </a:p>
        </p:txBody>
      </p:sp>
      <p:cxnSp>
        <p:nvCxnSpPr>
          <p:cNvPr id="678" name="Google Shape;678;p52"/>
          <p:cNvCxnSpPr/>
          <p:nvPr/>
        </p:nvCxnSpPr>
        <p:spPr>
          <a:xfrm rot="10800000">
            <a:off x="228600" y="1890685"/>
            <a:ext cx="8686800" cy="0"/>
          </a:xfrm>
          <a:prstGeom prst="straightConnector1">
            <a:avLst/>
          </a:prstGeom>
          <a:noFill/>
          <a:ln cap="flat" cmpd="sng" w="9525">
            <a:solidFill>
              <a:schemeClr val="accent5"/>
            </a:solidFill>
            <a:prstDash val="solid"/>
            <a:round/>
            <a:headEnd len="med" w="med" type="none"/>
            <a:tailEnd len="med" w="med" type="none"/>
          </a:ln>
        </p:spPr>
      </p:cxnSp>
      <p:cxnSp>
        <p:nvCxnSpPr>
          <p:cNvPr id="679" name="Google Shape;679;p52"/>
          <p:cNvCxnSpPr/>
          <p:nvPr/>
        </p:nvCxnSpPr>
        <p:spPr>
          <a:xfrm rot="10800000">
            <a:off x="228600" y="2369836"/>
            <a:ext cx="8686800" cy="0"/>
          </a:xfrm>
          <a:prstGeom prst="straightConnector1">
            <a:avLst/>
          </a:prstGeom>
          <a:noFill/>
          <a:ln cap="flat" cmpd="sng" w="9525">
            <a:solidFill>
              <a:schemeClr val="accent5"/>
            </a:solidFill>
            <a:prstDash val="solid"/>
            <a:round/>
            <a:headEnd len="med" w="med" type="none"/>
            <a:tailEnd len="med" w="med" type="none"/>
          </a:ln>
        </p:spPr>
      </p:cxnSp>
      <p:cxnSp>
        <p:nvCxnSpPr>
          <p:cNvPr id="680" name="Google Shape;680;p52"/>
          <p:cNvCxnSpPr/>
          <p:nvPr/>
        </p:nvCxnSpPr>
        <p:spPr>
          <a:xfrm rot="10800000">
            <a:off x="228600" y="2882401"/>
            <a:ext cx="8686800" cy="0"/>
          </a:xfrm>
          <a:prstGeom prst="straightConnector1">
            <a:avLst/>
          </a:prstGeom>
          <a:noFill/>
          <a:ln cap="flat" cmpd="sng" w="9525">
            <a:solidFill>
              <a:schemeClr val="accent5"/>
            </a:solidFill>
            <a:prstDash val="solid"/>
            <a:round/>
            <a:headEnd len="med" w="med" type="none"/>
            <a:tailEnd len="med" w="med" type="none"/>
          </a:ln>
        </p:spPr>
      </p:cxnSp>
      <p:cxnSp>
        <p:nvCxnSpPr>
          <p:cNvPr id="681" name="Google Shape;681;p52"/>
          <p:cNvCxnSpPr/>
          <p:nvPr/>
        </p:nvCxnSpPr>
        <p:spPr>
          <a:xfrm rot="10800000">
            <a:off x="228600" y="4703492"/>
            <a:ext cx="8686800" cy="0"/>
          </a:xfrm>
          <a:prstGeom prst="straightConnector1">
            <a:avLst/>
          </a:prstGeom>
          <a:noFill/>
          <a:ln cap="flat" cmpd="sng" w="9525">
            <a:solidFill>
              <a:schemeClr val="accent5"/>
            </a:solidFill>
            <a:prstDash val="solid"/>
            <a:round/>
            <a:headEnd len="med" w="med" type="none"/>
            <a:tailEnd len="med" w="med" type="none"/>
          </a:ln>
        </p:spPr>
      </p:cxnSp>
      <p:sp>
        <p:nvSpPr>
          <p:cNvPr id="682" name="Google Shape;682;p52"/>
          <p:cNvSpPr txBox="1"/>
          <p:nvPr/>
        </p:nvSpPr>
        <p:spPr>
          <a:xfrm>
            <a:off x="3616120" y="1208153"/>
            <a:ext cx="1531200" cy="5541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200">
                <a:solidFill>
                  <a:schemeClr val="lt1"/>
                </a:solidFill>
                <a:latin typeface="Lato"/>
                <a:ea typeface="Lato"/>
                <a:cs typeface="Lato"/>
                <a:sym typeface="Lato"/>
              </a:rPr>
              <a:t>PPO (Proximal Policy Optimization)</a:t>
            </a:r>
            <a:endParaRPr b="1" sz="1300">
              <a:solidFill>
                <a:schemeClr val="lt1"/>
              </a:solidFill>
              <a:latin typeface="Lato"/>
              <a:ea typeface="Lato"/>
              <a:cs typeface="Lato"/>
              <a:sym typeface="Lato"/>
            </a:endParaRPr>
          </a:p>
        </p:txBody>
      </p:sp>
      <p:sp>
        <p:nvSpPr>
          <p:cNvPr id="683" name="Google Shape;683;p52"/>
          <p:cNvSpPr txBox="1"/>
          <p:nvPr/>
        </p:nvSpPr>
        <p:spPr>
          <a:xfrm>
            <a:off x="5423692" y="1208153"/>
            <a:ext cx="1531200" cy="7389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200">
                <a:solidFill>
                  <a:schemeClr val="lt1"/>
                </a:solidFill>
                <a:latin typeface="Lato"/>
                <a:ea typeface="Lato"/>
                <a:cs typeface="Lato"/>
                <a:sym typeface="Lato"/>
              </a:rPr>
              <a:t>DDPG (Deep Deterministic Policy Gradient)</a:t>
            </a:r>
            <a:endParaRPr b="1" sz="1200">
              <a:solidFill>
                <a:schemeClr val="lt1"/>
              </a:solidFill>
              <a:latin typeface="Lato"/>
              <a:ea typeface="Lato"/>
              <a:cs typeface="Lato"/>
              <a:sym typeface="Lato"/>
            </a:endParaRPr>
          </a:p>
        </p:txBody>
      </p:sp>
      <p:sp>
        <p:nvSpPr>
          <p:cNvPr id="684" name="Google Shape;684;p52"/>
          <p:cNvSpPr txBox="1"/>
          <p:nvPr/>
        </p:nvSpPr>
        <p:spPr>
          <a:xfrm>
            <a:off x="7389425" y="1208153"/>
            <a:ext cx="1692900" cy="7389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200">
                <a:solidFill>
                  <a:schemeClr val="lt1"/>
                </a:solidFill>
                <a:latin typeface="Lato"/>
                <a:ea typeface="Lato"/>
                <a:cs typeface="Lato"/>
                <a:sym typeface="Lato"/>
              </a:rPr>
              <a:t>TD3 (Twin Delayed Deep Deterministic Policy Gradient)</a:t>
            </a:r>
            <a:endParaRPr b="1" sz="1200">
              <a:solidFill>
                <a:schemeClr val="lt1"/>
              </a:solidFill>
              <a:latin typeface="Lato"/>
              <a:ea typeface="Lato"/>
              <a:cs typeface="Lato"/>
              <a:sym typeface="Lato"/>
            </a:endParaRPr>
          </a:p>
        </p:txBody>
      </p:sp>
      <p:sp>
        <p:nvSpPr>
          <p:cNvPr id="685" name="Google Shape;685;p52"/>
          <p:cNvSpPr txBox="1"/>
          <p:nvPr/>
        </p:nvSpPr>
        <p:spPr>
          <a:xfrm>
            <a:off x="1687550" y="1917149"/>
            <a:ext cx="1692900" cy="41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lt1"/>
                </a:solidFill>
                <a:latin typeface="Red Hat Display"/>
                <a:ea typeface="Red Hat Display"/>
                <a:cs typeface="Red Hat Display"/>
                <a:sym typeface="Red Hat Display"/>
              </a:rPr>
              <a:t>Continuous</a:t>
            </a:r>
            <a:endParaRPr b="1" sz="1200">
              <a:solidFill>
                <a:schemeClr val="lt1"/>
              </a:solidFill>
              <a:latin typeface="Red Hat Display"/>
              <a:ea typeface="Red Hat Display"/>
              <a:cs typeface="Red Hat Display"/>
              <a:sym typeface="Red Hat Display"/>
            </a:endParaRPr>
          </a:p>
        </p:txBody>
      </p:sp>
      <p:sp>
        <p:nvSpPr>
          <p:cNvPr id="686" name="Google Shape;686;p52"/>
          <p:cNvSpPr txBox="1"/>
          <p:nvPr/>
        </p:nvSpPr>
        <p:spPr>
          <a:xfrm>
            <a:off x="228725" y="2453660"/>
            <a:ext cx="1193700" cy="4101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None/>
            </a:pPr>
            <a:r>
              <a:rPr b="1" lang="en" sz="1200">
                <a:solidFill>
                  <a:schemeClr val="lt1"/>
                </a:solidFill>
                <a:latin typeface="Lato"/>
                <a:ea typeface="Lato"/>
                <a:cs typeface="Lato"/>
                <a:sym typeface="Lato"/>
              </a:rPr>
              <a:t>Sample Efficiency</a:t>
            </a:r>
            <a:endParaRPr b="1" sz="1200">
              <a:solidFill>
                <a:schemeClr val="lt1"/>
              </a:solidFill>
              <a:latin typeface="Lato"/>
              <a:ea typeface="Lato"/>
              <a:cs typeface="Lato"/>
              <a:sym typeface="Lato"/>
            </a:endParaRPr>
          </a:p>
        </p:txBody>
      </p:sp>
      <p:sp>
        <p:nvSpPr>
          <p:cNvPr id="687" name="Google Shape;687;p52"/>
          <p:cNvSpPr txBox="1"/>
          <p:nvPr/>
        </p:nvSpPr>
        <p:spPr>
          <a:xfrm>
            <a:off x="228725" y="3782863"/>
            <a:ext cx="1193700" cy="4101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None/>
            </a:pPr>
            <a:r>
              <a:rPr b="1" lang="en" sz="1100">
                <a:solidFill>
                  <a:schemeClr val="lt1"/>
                </a:solidFill>
                <a:latin typeface="Lato"/>
                <a:ea typeface="Lato"/>
                <a:cs typeface="Lato"/>
                <a:sym typeface="Lato"/>
              </a:rPr>
              <a:t>Core mechanisms and innovations</a:t>
            </a:r>
            <a:endParaRPr b="1" sz="1100">
              <a:solidFill>
                <a:schemeClr val="lt1"/>
              </a:solidFill>
              <a:latin typeface="Lato"/>
              <a:ea typeface="Lato"/>
              <a:cs typeface="Lato"/>
              <a:sym typeface="Lato"/>
            </a:endParaRPr>
          </a:p>
        </p:txBody>
      </p:sp>
      <p:sp>
        <p:nvSpPr>
          <p:cNvPr id="688" name="Google Shape;688;p52"/>
          <p:cNvSpPr txBox="1"/>
          <p:nvPr/>
        </p:nvSpPr>
        <p:spPr>
          <a:xfrm>
            <a:off x="3382169" y="1917149"/>
            <a:ext cx="1692900" cy="41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Discrete / </a:t>
            </a:r>
            <a:r>
              <a:rPr lang="en" sz="1200">
                <a:solidFill>
                  <a:schemeClr val="lt1"/>
                </a:solidFill>
                <a:latin typeface="Red Hat Display"/>
                <a:ea typeface="Red Hat Display"/>
                <a:cs typeface="Red Hat Display"/>
                <a:sym typeface="Red Hat Display"/>
              </a:rPr>
              <a:t>Continuous</a:t>
            </a:r>
            <a:endParaRPr sz="1200">
              <a:solidFill>
                <a:schemeClr val="lt1"/>
              </a:solidFill>
              <a:latin typeface="Red Hat Display"/>
              <a:ea typeface="Red Hat Display"/>
              <a:cs typeface="Red Hat Display"/>
              <a:sym typeface="Red Hat Display"/>
            </a:endParaRPr>
          </a:p>
        </p:txBody>
      </p:sp>
      <p:sp>
        <p:nvSpPr>
          <p:cNvPr id="689" name="Google Shape;689;p52"/>
          <p:cNvSpPr txBox="1"/>
          <p:nvPr/>
        </p:nvSpPr>
        <p:spPr>
          <a:xfrm>
            <a:off x="5286197" y="1917149"/>
            <a:ext cx="1692900" cy="41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Continuous</a:t>
            </a:r>
            <a:endParaRPr sz="1200">
              <a:solidFill>
                <a:schemeClr val="lt1"/>
              </a:solidFill>
              <a:latin typeface="Red Hat Display"/>
              <a:ea typeface="Red Hat Display"/>
              <a:cs typeface="Red Hat Display"/>
              <a:sym typeface="Red Hat Display"/>
            </a:endParaRPr>
          </a:p>
        </p:txBody>
      </p:sp>
      <p:sp>
        <p:nvSpPr>
          <p:cNvPr id="690" name="Google Shape;690;p52"/>
          <p:cNvSpPr txBox="1"/>
          <p:nvPr/>
        </p:nvSpPr>
        <p:spPr>
          <a:xfrm>
            <a:off x="7227725" y="1917149"/>
            <a:ext cx="1692900" cy="41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Continuous</a:t>
            </a:r>
            <a:endParaRPr sz="1200">
              <a:solidFill>
                <a:schemeClr val="lt1"/>
              </a:solidFill>
              <a:latin typeface="Red Hat Display"/>
              <a:ea typeface="Red Hat Display"/>
              <a:cs typeface="Red Hat Display"/>
              <a:sym typeface="Red Hat Display"/>
            </a:endParaRPr>
          </a:p>
        </p:txBody>
      </p:sp>
      <p:sp>
        <p:nvSpPr>
          <p:cNvPr id="691" name="Google Shape;691;p52"/>
          <p:cNvSpPr txBox="1"/>
          <p:nvPr/>
        </p:nvSpPr>
        <p:spPr>
          <a:xfrm>
            <a:off x="1687550" y="2418066"/>
            <a:ext cx="1692900" cy="41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lt1"/>
                </a:solidFill>
                <a:latin typeface="Red Hat Display"/>
                <a:ea typeface="Red Hat Display"/>
                <a:cs typeface="Red Hat Display"/>
                <a:sym typeface="Red Hat Display"/>
              </a:rPr>
              <a:t>Off-policy</a:t>
            </a:r>
            <a:endParaRPr b="1" sz="1200">
              <a:solidFill>
                <a:schemeClr val="lt1"/>
              </a:solidFill>
              <a:latin typeface="Red Hat Display"/>
              <a:ea typeface="Red Hat Display"/>
              <a:cs typeface="Red Hat Display"/>
              <a:sym typeface="Red Hat Display"/>
            </a:endParaRPr>
          </a:p>
        </p:txBody>
      </p:sp>
      <p:sp>
        <p:nvSpPr>
          <p:cNvPr id="692" name="Google Shape;692;p52"/>
          <p:cNvSpPr txBox="1"/>
          <p:nvPr/>
        </p:nvSpPr>
        <p:spPr>
          <a:xfrm>
            <a:off x="3382169" y="2453672"/>
            <a:ext cx="1692900" cy="41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On-policy</a:t>
            </a:r>
            <a:endParaRPr sz="1200">
              <a:solidFill>
                <a:schemeClr val="lt1"/>
              </a:solidFill>
              <a:latin typeface="Red Hat Display"/>
              <a:ea typeface="Red Hat Display"/>
              <a:cs typeface="Red Hat Display"/>
              <a:sym typeface="Red Hat Display"/>
            </a:endParaRPr>
          </a:p>
        </p:txBody>
      </p:sp>
      <p:sp>
        <p:nvSpPr>
          <p:cNvPr id="693" name="Google Shape;693;p52"/>
          <p:cNvSpPr txBox="1"/>
          <p:nvPr/>
        </p:nvSpPr>
        <p:spPr>
          <a:xfrm>
            <a:off x="5286197" y="2453672"/>
            <a:ext cx="1692900" cy="41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Off-policy</a:t>
            </a:r>
            <a:endParaRPr sz="1200">
              <a:solidFill>
                <a:schemeClr val="lt1"/>
              </a:solidFill>
              <a:latin typeface="Red Hat Display"/>
              <a:ea typeface="Red Hat Display"/>
              <a:cs typeface="Red Hat Display"/>
              <a:sym typeface="Red Hat Display"/>
            </a:endParaRPr>
          </a:p>
        </p:txBody>
      </p:sp>
      <p:sp>
        <p:nvSpPr>
          <p:cNvPr id="694" name="Google Shape;694;p52"/>
          <p:cNvSpPr txBox="1"/>
          <p:nvPr/>
        </p:nvSpPr>
        <p:spPr>
          <a:xfrm>
            <a:off x="7227725" y="2453672"/>
            <a:ext cx="1692900" cy="41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Off-policy</a:t>
            </a:r>
            <a:endParaRPr sz="1200">
              <a:solidFill>
                <a:schemeClr val="lt1"/>
              </a:solidFill>
              <a:latin typeface="Red Hat Display"/>
              <a:ea typeface="Red Hat Display"/>
              <a:cs typeface="Red Hat Display"/>
              <a:sym typeface="Red Hat Display"/>
            </a:endParaRPr>
          </a:p>
        </p:txBody>
      </p:sp>
      <p:sp>
        <p:nvSpPr>
          <p:cNvPr id="695" name="Google Shape;695;p52"/>
          <p:cNvSpPr txBox="1"/>
          <p:nvPr/>
        </p:nvSpPr>
        <p:spPr>
          <a:xfrm>
            <a:off x="1676825" y="3437550"/>
            <a:ext cx="1692900" cy="106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Red Hat Display"/>
                <a:ea typeface="Red Hat Display"/>
                <a:cs typeface="Red Hat Display"/>
                <a:sym typeface="Red Hat Display"/>
              </a:rPr>
              <a:t>Maximum Entropy RL: Introduces an entropy term to the reward function to encourage exploration and enhance agent robustness.</a:t>
            </a:r>
            <a:endParaRPr b="1" sz="1100">
              <a:solidFill>
                <a:schemeClr val="lt1"/>
              </a:solidFill>
              <a:latin typeface="Red Hat Display"/>
              <a:ea typeface="Red Hat Display"/>
              <a:cs typeface="Red Hat Display"/>
              <a:sym typeface="Red Hat Display"/>
            </a:endParaRPr>
          </a:p>
        </p:txBody>
      </p:sp>
      <p:sp>
        <p:nvSpPr>
          <p:cNvPr id="696" name="Google Shape;696;p52"/>
          <p:cNvSpPr txBox="1"/>
          <p:nvPr/>
        </p:nvSpPr>
        <p:spPr>
          <a:xfrm>
            <a:off x="3380500" y="3666961"/>
            <a:ext cx="1692900" cy="706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Red Hat Display"/>
                <a:ea typeface="Red Hat Display"/>
                <a:cs typeface="Red Hat Display"/>
                <a:sym typeface="Red Hat Display"/>
              </a:rPr>
              <a:t>Clipped Surrogate Objective: Restricts the probability ratio of new/old policies to a safe range to prevent policy collapse.</a:t>
            </a:r>
            <a:endParaRPr b="1" sz="1100">
              <a:solidFill>
                <a:schemeClr val="lt1"/>
              </a:solidFill>
              <a:latin typeface="Red Hat Display"/>
              <a:ea typeface="Red Hat Display"/>
              <a:cs typeface="Red Hat Display"/>
              <a:sym typeface="Red Hat Display"/>
            </a:endParaRPr>
          </a:p>
        </p:txBody>
      </p:sp>
      <p:sp>
        <p:nvSpPr>
          <p:cNvPr id="697" name="Google Shape;697;p52"/>
          <p:cNvSpPr txBox="1"/>
          <p:nvPr/>
        </p:nvSpPr>
        <p:spPr>
          <a:xfrm>
            <a:off x="5286200" y="3670819"/>
            <a:ext cx="1830900" cy="706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Red Hat Display"/>
                <a:ea typeface="Red Hat Display"/>
                <a:cs typeface="Red Hat Display"/>
                <a:sym typeface="Red Hat Display"/>
              </a:rPr>
              <a:t>Deterministic Policy Gradient: Adapts DQN principles (Experience Replay and Target Networks) for high-dimensional continuous action spaces.</a:t>
            </a:r>
            <a:endParaRPr sz="1100">
              <a:solidFill>
                <a:schemeClr val="lt1"/>
              </a:solidFill>
              <a:latin typeface="Red Hat Display"/>
              <a:ea typeface="Red Hat Display"/>
              <a:cs typeface="Red Hat Display"/>
              <a:sym typeface="Red Hat Display"/>
            </a:endParaRPr>
          </a:p>
        </p:txBody>
      </p:sp>
      <p:sp>
        <p:nvSpPr>
          <p:cNvPr id="698" name="Google Shape;698;p52"/>
          <p:cNvSpPr txBox="1"/>
          <p:nvPr/>
        </p:nvSpPr>
        <p:spPr>
          <a:xfrm>
            <a:off x="7227725" y="3658728"/>
            <a:ext cx="1830900" cy="706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Red Hat Display"/>
                <a:ea typeface="Red Hat Display"/>
                <a:cs typeface="Red Hat Display"/>
                <a:sym typeface="Red Hat Display"/>
              </a:rPr>
              <a:t>Twin Delayed Mechanism: Implements Clipped Double-Q learning to address value overestimation and delays policy updates for better stability.</a:t>
            </a:r>
            <a:endParaRPr sz="1100">
              <a:solidFill>
                <a:schemeClr val="lt1"/>
              </a:solidFill>
              <a:latin typeface="Red Hat Display"/>
              <a:ea typeface="Red Hat Display"/>
              <a:cs typeface="Red Hat Display"/>
              <a:sym typeface="Red Hat Display"/>
            </a:endParaRPr>
          </a:p>
        </p:txBody>
      </p:sp>
      <p:sp>
        <p:nvSpPr>
          <p:cNvPr id="699" name="Google Shape;699;p52"/>
          <p:cNvSpPr txBox="1"/>
          <p:nvPr>
            <p:ph type="title"/>
          </p:nvPr>
        </p:nvSpPr>
        <p:spPr>
          <a:xfrm>
            <a:off x="228600" y="420025"/>
            <a:ext cx="4619100" cy="752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b="1" lang="en"/>
              <a:t>Introducing Reinforcement Learning Algorithms (</a:t>
            </a:r>
            <a:r>
              <a:rPr b="1" lang="en" sz="2100"/>
              <a:t>SAC</a:t>
            </a:r>
            <a:r>
              <a:rPr b="1" lang="en"/>
              <a:t>, PPO,DDPG, TD3)</a:t>
            </a:r>
            <a:endParaRPr b="1"/>
          </a:p>
        </p:txBody>
      </p:sp>
      <p:sp>
        <p:nvSpPr>
          <p:cNvPr id="700" name="Google Shape;700;p52"/>
          <p:cNvSpPr txBox="1"/>
          <p:nvPr/>
        </p:nvSpPr>
        <p:spPr>
          <a:xfrm>
            <a:off x="228600" y="4793631"/>
            <a:ext cx="2996100" cy="1758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sz="800">
                <a:solidFill>
                  <a:schemeClr val="lt2"/>
                </a:solidFill>
                <a:latin typeface="Red Hat Display"/>
                <a:ea typeface="Red Hat Display"/>
                <a:cs typeface="Red Hat Display"/>
                <a:sym typeface="Red Hat Display"/>
              </a:rPr>
              <a:t>Literature Review</a:t>
            </a:r>
            <a:endParaRPr sz="800">
              <a:solidFill>
                <a:schemeClr val="lt2"/>
              </a:solidFill>
              <a:latin typeface="Red Hat Display"/>
              <a:ea typeface="Red Hat Display"/>
              <a:cs typeface="Red Hat Display"/>
              <a:sym typeface="Red Hat Display"/>
            </a:endParaRPr>
          </a:p>
        </p:txBody>
      </p:sp>
      <p:cxnSp>
        <p:nvCxnSpPr>
          <p:cNvPr id="701" name="Google Shape;701;p52"/>
          <p:cNvCxnSpPr/>
          <p:nvPr/>
        </p:nvCxnSpPr>
        <p:spPr>
          <a:xfrm rot="10800000">
            <a:off x="228600" y="3373479"/>
            <a:ext cx="8686800" cy="0"/>
          </a:xfrm>
          <a:prstGeom prst="straightConnector1">
            <a:avLst/>
          </a:prstGeom>
          <a:noFill/>
          <a:ln cap="flat" cmpd="sng" w="9525">
            <a:solidFill>
              <a:schemeClr val="accent5"/>
            </a:solidFill>
            <a:prstDash val="solid"/>
            <a:round/>
            <a:headEnd len="med" w="med" type="none"/>
            <a:tailEnd len="med" w="med" type="none"/>
          </a:ln>
        </p:spPr>
      </p:cxnSp>
      <p:sp>
        <p:nvSpPr>
          <p:cNvPr id="702" name="Google Shape;702;p52"/>
          <p:cNvSpPr txBox="1"/>
          <p:nvPr/>
        </p:nvSpPr>
        <p:spPr>
          <a:xfrm>
            <a:off x="7215921" y="2938879"/>
            <a:ext cx="1692900" cy="41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Actor-Critic</a:t>
            </a:r>
            <a:endParaRPr sz="1200">
              <a:solidFill>
                <a:schemeClr val="lt1"/>
              </a:solidFill>
              <a:latin typeface="Red Hat Display"/>
              <a:ea typeface="Red Hat Display"/>
              <a:cs typeface="Red Hat Display"/>
              <a:sym typeface="Red Hat Display"/>
            </a:endParaRPr>
          </a:p>
        </p:txBody>
      </p:sp>
      <p:sp>
        <p:nvSpPr>
          <p:cNvPr id="703" name="Google Shape;703;p52"/>
          <p:cNvSpPr txBox="1"/>
          <p:nvPr/>
        </p:nvSpPr>
        <p:spPr>
          <a:xfrm>
            <a:off x="5280704" y="2922904"/>
            <a:ext cx="1692900" cy="41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Actor-Critic</a:t>
            </a:r>
            <a:endParaRPr sz="1200">
              <a:solidFill>
                <a:schemeClr val="lt1"/>
              </a:solidFill>
              <a:latin typeface="Red Hat Display"/>
              <a:ea typeface="Red Hat Display"/>
              <a:cs typeface="Red Hat Display"/>
              <a:sym typeface="Red Hat Display"/>
            </a:endParaRPr>
          </a:p>
        </p:txBody>
      </p:sp>
      <p:sp>
        <p:nvSpPr>
          <p:cNvPr id="704" name="Google Shape;704;p52"/>
          <p:cNvSpPr txBox="1"/>
          <p:nvPr/>
        </p:nvSpPr>
        <p:spPr>
          <a:xfrm>
            <a:off x="3394168" y="2907554"/>
            <a:ext cx="1692900" cy="41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Actor-Critic</a:t>
            </a:r>
            <a:endParaRPr b="1" sz="1300">
              <a:solidFill>
                <a:schemeClr val="lt1"/>
              </a:solidFill>
              <a:latin typeface="Red Hat Display"/>
              <a:ea typeface="Red Hat Display"/>
              <a:cs typeface="Red Hat Display"/>
              <a:sym typeface="Red Hat Display"/>
            </a:endParaRPr>
          </a:p>
        </p:txBody>
      </p:sp>
      <p:sp>
        <p:nvSpPr>
          <p:cNvPr id="705" name="Google Shape;705;p52"/>
          <p:cNvSpPr txBox="1"/>
          <p:nvPr/>
        </p:nvSpPr>
        <p:spPr>
          <a:xfrm>
            <a:off x="1676827" y="2922910"/>
            <a:ext cx="1692900" cy="41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Red Hat Display"/>
                <a:ea typeface="Red Hat Display"/>
                <a:cs typeface="Red Hat Display"/>
                <a:sym typeface="Red Hat Display"/>
              </a:rPr>
              <a:t>Actor-Critic</a:t>
            </a:r>
            <a:endParaRPr b="1" sz="1300">
              <a:solidFill>
                <a:schemeClr val="lt1"/>
              </a:solidFill>
              <a:latin typeface="Red Hat Display"/>
              <a:ea typeface="Red Hat Display"/>
              <a:cs typeface="Red Hat Display"/>
              <a:sym typeface="Red Hat Display"/>
            </a:endParaRPr>
          </a:p>
        </p:txBody>
      </p:sp>
      <p:sp>
        <p:nvSpPr>
          <p:cNvPr id="706" name="Google Shape;706;p52"/>
          <p:cNvSpPr txBox="1"/>
          <p:nvPr/>
        </p:nvSpPr>
        <p:spPr>
          <a:xfrm>
            <a:off x="228725" y="2922892"/>
            <a:ext cx="1193700" cy="4101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None/>
            </a:pPr>
            <a:r>
              <a:rPr b="1" lang="en" sz="1200">
                <a:solidFill>
                  <a:schemeClr val="lt1"/>
                </a:solidFill>
                <a:latin typeface="Lato"/>
                <a:ea typeface="Lato"/>
                <a:cs typeface="Lato"/>
                <a:sym typeface="Lato"/>
              </a:rPr>
              <a:t>Policy Type</a:t>
            </a:r>
            <a:endParaRPr b="1" sz="1200">
              <a:solidFill>
                <a:schemeClr val="lt1"/>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cxnSp>
        <p:nvCxnSpPr>
          <p:cNvPr id="711" name="Google Shape;711;p53"/>
          <p:cNvCxnSpPr/>
          <p:nvPr/>
        </p:nvCxnSpPr>
        <p:spPr>
          <a:xfrm>
            <a:off x="3234600" y="2506725"/>
            <a:ext cx="5692200" cy="0"/>
          </a:xfrm>
          <a:prstGeom prst="straightConnector1">
            <a:avLst/>
          </a:prstGeom>
          <a:noFill/>
          <a:ln cap="flat" cmpd="sng" w="9525">
            <a:solidFill>
              <a:schemeClr val="accent5"/>
            </a:solidFill>
            <a:prstDash val="solid"/>
            <a:round/>
            <a:headEnd len="med" w="med" type="none"/>
            <a:tailEnd len="med" w="med" type="none"/>
          </a:ln>
        </p:spPr>
      </p:cxnSp>
      <p:cxnSp>
        <p:nvCxnSpPr>
          <p:cNvPr id="712" name="Google Shape;712;p53"/>
          <p:cNvCxnSpPr/>
          <p:nvPr/>
        </p:nvCxnSpPr>
        <p:spPr>
          <a:xfrm rot="10800000">
            <a:off x="6080663" y="329826"/>
            <a:ext cx="0" cy="4353900"/>
          </a:xfrm>
          <a:prstGeom prst="straightConnector1">
            <a:avLst/>
          </a:prstGeom>
          <a:noFill/>
          <a:ln cap="flat" cmpd="sng" w="9525">
            <a:solidFill>
              <a:schemeClr val="accent5"/>
            </a:solidFill>
            <a:prstDash val="solid"/>
            <a:round/>
            <a:headEnd len="med" w="med" type="none"/>
            <a:tailEnd len="med" w="med" type="none"/>
          </a:ln>
        </p:spPr>
      </p:cxnSp>
      <p:sp>
        <p:nvSpPr>
          <p:cNvPr id="713" name="Google Shape;713;p53"/>
          <p:cNvSpPr txBox="1"/>
          <p:nvPr/>
        </p:nvSpPr>
        <p:spPr>
          <a:xfrm>
            <a:off x="3538962" y="1291812"/>
            <a:ext cx="2237400" cy="9258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1202">
                <a:solidFill>
                  <a:schemeClr val="lt1"/>
                </a:solidFill>
                <a:latin typeface="Red Hat Display"/>
                <a:ea typeface="Red Hat Display"/>
                <a:cs typeface="Red Hat Display"/>
                <a:sym typeface="Red Hat Display"/>
              </a:rPr>
              <a:t>In the absence of traffic lights, it is necessary to observe, predict, and negotiate right-of-way with traffic flows from multiple directions.</a:t>
            </a:r>
            <a:endParaRPr sz="1202">
              <a:solidFill>
                <a:schemeClr val="lt1"/>
              </a:solidFill>
              <a:latin typeface="Red Hat Display"/>
              <a:ea typeface="Red Hat Display"/>
              <a:cs typeface="Red Hat Display"/>
              <a:sym typeface="Red Hat Display"/>
            </a:endParaRPr>
          </a:p>
        </p:txBody>
      </p:sp>
      <p:sp>
        <p:nvSpPr>
          <p:cNvPr id="714" name="Google Shape;714;p53"/>
          <p:cNvSpPr txBox="1"/>
          <p:nvPr/>
        </p:nvSpPr>
        <p:spPr>
          <a:xfrm>
            <a:off x="6466506" y="1291812"/>
            <a:ext cx="2237400" cy="5553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1202">
                <a:solidFill>
                  <a:schemeClr val="lt1"/>
                </a:solidFill>
                <a:latin typeface="Red Hat Display"/>
                <a:ea typeface="Red Hat Display"/>
                <a:cs typeface="Red Hat Display"/>
                <a:sym typeface="Red Hat Display"/>
              </a:rPr>
              <a:t>This involves merging, circling, and exiting continuous traffic flows.</a:t>
            </a:r>
            <a:endParaRPr sz="1202">
              <a:solidFill>
                <a:schemeClr val="lt1"/>
              </a:solidFill>
              <a:latin typeface="Red Hat Display"/>
              <a:ea typeface="Red Hat Display"/>
              <a:cs typeface="Red Hat Display"/>
              <a:sym typeface="Red Hat Display"/>
            </a:endParaRPr>
          </a:p>
        </p:txBody>
      </p:sp>
      <p:sp>
        <p:nvSpPr>
          <p:cNvPr id="715" name="Google Shape;715;p53"/>
          <p:cNvSpPr txBox="1"/>
          <p:nvPr/>
        </p:nvSpPr>
        <p:spPr>
          <a:xfrm>
            <a:off x="3538962" y="3344056"/>
            <a:ext cx="2237400" cy="9258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1202">
                <a:solidFill>
                  <a:schemeClr val="lt1"/>
                </a:solidFill>
                <a:latin typeface="Red Hat Display"/>
                <a:ea typeface="Red Hat Display"/>
                <a:cs typeface="Red Hat Display"/>
                <a:sym typeface="Red Hat Display"/>
              </a:rPr>
              <a:t>This includes intersections without traffic lights, four-way intersections, left-turn intersections, and right-turn intersections.</a:t>
            </a:r>
            <a:endParaRPr sz="1202">
              <a:solidFill>
                <a:schemeClr val="lt1"/>
              </a:solidFill>
              <a:latin typeface="Red Hat Display"/>
              <a:ea typeface="Red Hat Display"/>
              <a:cs typeface="Red Hat Display"/>
              <a:sym typeface="Red Hat Display"/>
            </a:endParaRPr>
          </a:p>
        </p:txBody>
      </p:sp>
      <p:sp>
        <p:nvSpPr>
          <p:cNvPr id="716" name="Google Shape;716;p53"/>
          <p:cNvSpPr txBox="1"/>
          <p:nvPr/>
        </p:nvSpPr>
        <p:spPr>
          <a:xfrm>
            <a:off x="6466506" y="3344056"/>
            <a:ext cx="2237400" cy="3702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1202">
                <a:solidFill>
                  <a:schemeClr val="lt1"/>
                </a:solidFill>
                <a:latin typeface="Red Hat Display"/>
                <a:ea typeface="Red Hat Display"/>
                <a:cs typeface="Red Hat Display"/>
                <a:sym typeface="Red Hat Display"/>
              </a:rPr>
              <a:t>It primarily involves overtaking task.</a:t>
            </a:r>
            <a:endParaRPr sz="1202">
              <a:solidFill>
                <a:schemeClr val="lt1"/>
              </a:solidFill>
              <a:latin typeface="Red Hat Display"/>
              <a:ea typeface="Red Hat Display"/>
              <a:cs typeface="Red Hat Display"/>
              <a:sym typeface="Red Hat Display"/>
            </a:endParaRPr>
          </a:p>
        </p:txBody>
      </p:sp>
      <p:sp>
        <p:nvSpPr>
          <p:cNvPr id="717" name="Google Shape;717;p53"/>
          <p:cNvSpPr/>
          <p:nvPr/>
        </p:nvSpPr>
        <p:spPr>
          <a:xfrm>
            <a:off x="3976355" y="457200"/>
            <a:ext cx="1362600" cy="280800"/>
          </a:xfrm>
          <a:prstGeom prst="snip2DiagRect">
            <a:avLst>
              <a:gd fmla="val 0" name="adj1"/>
              <a:gd fmla="val 50000" name="adj2"/>
            </a:avLst>
          </a:prstGeom>
          <a:solidFill>
            <a:schemeClr val="accent4"/>
          </a:solidFill>
          <a:ln>
            <a:noFill/>
          </a:ln>
        </p:spPr>
        <p:txBody>
          <a:bodyPr anchorCtr="0" anchor="ctr" bIns="101875" lIns="101875" spcFirstLastPara="1" rIns="101875" wrap="square" tIns="101875">
            <a:noAutofit/>
          </a:bodyPr>
          <a:lstStyle/>
          <a:p>
            <a:pPr indent="0" lvl="0" marL="0" rtl="0" algn="ctr">
              <a:lnSpc>
                <a:spcPct val="90000"/>
              </a:lnSpc>
              <a:spcBef>
                <a:spcPts val="0"/>
              </a:spcBef>
              <a:spcAft>
                <a:spcPts val="0"/>
              </a:spcAft>
              <a:buNone/>
            </a:pPr>
            <a:r>
              <a:rPr b="1" lang="en" sz="1114">
                <a:solidFill>
                  <a:schemeClr val="lt1"/>
                </a:solidFill>
                <a:latin typeface="Red Hat Display"/>
                <a:ea typeface="Red Hat Display"/>
                <a:cs typeface="Red Hat Display"/>
                <a:sym typeface="Red Hat Display"/>
              </a:rPr>
              <a:t>Merging</a:t>
            </a:r>
            <a:endParaRPr b="1" sz="1114">
              <a:solidFill>
                <a:schemeClr val="lt1"/>
              </a:solidFill>
              <a:latin typeface="Red Hat Display"/>
              <a:ea typeface="Red Hat Display"/>
              <a:cs typeface="Red Hat Display"/>
              <a:sym typeface="Red Hat Display"/>
            </a:endParaRPr>
          </a:p>
        </p:txBody>
      </p:sp>
      <p:sp>
        <p:nvSpPr>
          <p:cNvPr id="718" name="Google Shape;718;p53"/>
          <p:cNvSpPr/>
          <p:nvPr/>
        </p:nvSpPr>
        <p:spPr>
          <a:xfrm>
            <a:off x="6903911" y="457200"/>
            <a:ext cx="1362600" cy="280800"/>
          </a:xfrm>
          <a:prstGeom prst="snip2DiagRect">
            <a:avLst>
              <a:gd fmla="val 0" name="adj1"/>
              <a:gd fmla="val 50000" name="adj2"/>
            </a:avLst>
          </a:prstGeom>
          <a:solidFill>
            <a:schemeClr val="accent4"/>
          </a:solidFill>
          <a:ln>
            <a:noFill/>
          </a:ln>
        </p:spPr>
        <p:txBody>
          <a:bodyPr anchorCtr="0" anchor="ctr" bIns="101875" lIns="101875" spcFirstLastPara="1" rIns="101875" wrap="square" tIns="101875">
            <a:noAutofit/>
          </a:bodyPr>
          <a:lstStyle/>
          <a:p>
            <a:pPr indent="0" lvl="0" marL="0" rtl="0" algn="ctr">
              <a:lnSpc>
                <a:spcPct val="90000"/>
              </a:lnSpc>
              <a:spcBef>
                <a:spcPts val="0"/>
              </a:spcBef>
              <a:spcAft>
                <a:spcPts val="0"/>
              </a:spcAft>
              <a:buNone/>
            </a:pPr>
            <a:r>
              <a:rPr b="1" lang="en" sz="1114">
                <a:solidFill>
                  <a:schemeClr val="lt1"/>
                </a:solidFill>
                <a:latin typeface="Red Hat Display"/>
                <a:ea typeface="Red Hat Display"/>
                <a:cs typeface="Red Hat Display"/>
                <a:sym typeface="Red Hat Display"/>
              </a:rPr>
              <a:t>Roundabout</a:t>
            </a:r>
            <a:endParaRPr b="1" sz="1114">
              <a:solidFill>
                <a:schemeClr val="lt1"/>
              </a:solidFill>
              <a:latin typeface="Red Hat Display"/>
              <a:ea typeface="Red Hat Display"/>
              <a:cs typeface="Red Hat Display"/>
              <a:sym typeface="Red Hat Display"/>
            </a:endParaRPr>
          </a:p>
        </p:txBody>
      </p:sp>
      <p:sp>
        <p:nvSpPr>
          <p:cNvPr id="719" name="Google Shape;719;p53"/>
          <p:cNvSpPr/>
          <p:nvPr/>
        </p:nvSpPr>
        <p:spPr>
          <a:xfrm>
            <a:off x="3976343" y="2657147"/>
            <a:ext cx="1362600" cy="280800"/>
          </a:xfrm>
          <a:prstGeom prst="snip2DiagRect">
            <a:avLst>
              <a:gd fmla="val 0" name="adj1"/>
              <a:gd fmla="val 50000" name="adj2"/>
            </a:avLst>
          </a:prstGeom>
          <a:solidFill>
            <a:schemeClr val="accent4"/>
          </a:solidFill>
          <a:ln>
            <a:noFill/>
          </a:ln>
        </p:spPr>
        <p:txBody>
          <a:bodyPr anchorCtr="0" anchor="ctr" bIns="101875" lIns="101875" spcFirstLastPara="1" rIns="101875" wrap="square" tIns="101875">
            <a:noAutofit/>
          </a:bodyPr>
          <a:lstStyle/>
          <a:p>
            <a:pPr indent="0" lvl="0" marL="0" rtl="0" algn="ctr">
              <a:lnSpc>
                <a:spcPct val="90000"/>
              </a:lnSpc>
              <a:spcBef>
                <a:spcPts val="0"/>
              </a:spcBef>
              <a:spcAft>
                <a:spcPts val="0"/>
              </a:spcAft>
              <a:buNone/>
            </a:pPr>
            <a:r>
              <a:rPr b="1" lang="en" sz="1114">
                <a:solidFill>
                  <a:schemeClr val="lt1"/>
                </a:solidFill>
                <a:latin typeface="Red Hat Display"/>
                <a:ea typeface="Red Hat Display"/>
                <a:cs typeface="Red Hat Display"/>
                <a:sym typeface="Red Hat Display"/>
              </a:rPr>
              <a:t>Intersection</a:t>
            </a:r>
            <a:endParaRPr b="1" sz="1114">
              <a:solidFill>
                <a:schemeClr val="lt1"/>
              </a:solidFill>
              <a:latin typeface="Red Hat Display"/>
              <a:ea typeface="Red Hat Display"/>
              <a:cs typeface="Red Hat Display"/>
              <a:sym typeface="Red Hat Display"/>
            </a:endParaRPr>
          </a:p>
        </p:txBody>
      </p:sp>
      <p:sp>
        <p:nvSpPr>
          <p:cNvPr id="720" name="Google Shape;720;p53"/>
          <p:cNvSpPr/>
          <p:nvPr/>
        </p:nvSpPr>
        <p:spPr>
          <a:xfrm>
            <a:off x="6903911" y="2657147"/>
            <a:ext cx="1362600" cy="280800"/>
          </a:xfrm>
          <a:prstGeom prst="snip2DiagRect">
            <a:avLst>
              <a:gd fmla="val 0" name="adj1"/>
              <a:gd fmla="val 50000" name="adj2"/>
            </a:avLst>
          </a:prstGeom>
          <a:solidFill>
            <a:schemeClr val="accent4"/>
          </a:solidFill>
          <a:ln>
            <a:noFill/>
          </a:ln>
        </p:spPr>
        <p:txBody>
          <a:bodyPr anchorCtr="0" anchor="ctr" bIns="101875" lIns="101875" spcFirstLastPara="1" rIns="101875" wrap="square" tIns="101875">
            <a:noAutofit/>
          </a:bodyPr>
          <a:lstStyle/>
          <a:p>
            <a:pPr indent="0" lvl="0" marL="0" rtl="0" algn="ctr">
              <a:lnSpc>
                <a:spcPct val="90000"/>
              </a:lnSpc>
              <a:spcBef>
                <a:spcPts val="0"/>
              </a:spcBef>
              <a:spcAft>
                <a:spcPts val="0"/>
              </a:spcAft>
              <a:buNone/>
            </a:pPr>
            <a:r>
              <a:rPr b="1" lang="en" sz="1114">
                <a:solidFill>
                  <a:schemeClr val="lt1"/>
                </a:solidFill>
                <a:latin typeface="Red Hat Display"/>
                <a:ea typeface="Red Hat Display"/>
                <a:cs typeface="Red Hat Display"/>
                <a:sym typeface="Red Hat Display"/>
              </a:rPr>
              <a:t>Highway</a:t>
            </a:r>
            <a:endParaRPr b="1" sz="1114">
              <a:solidFill>
                <a:schemeClr val="lt1"/>
              </a:solidFill>
              <a:latin typeface="Red Hat Display"/>
              <a:ea typeface="Red Hat Display"/>
              <a:cs typeface="Red Hat Display"/>
              <a:sym typeface="Red Hat Display"/>
            </a:endParaRPr>
          </a:p>
        </p:txBody>
      </p:sp>
      <p:sp>
        <p:nvSpPr>
          <p:cNvPr id="721" name="Google Shape;721;p53"/>
          <p:cNvSpPr txBox="1"/>
          <p:nvPr>
            <p:ph type="title"/>
          </p:nvPr>
        </p:nvSpPr>
        <p:spPr>
          <a:xfrm>
            <a:off x="228600" y="420025"/>
            <a:ext cx="2926200" cy="10158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b="1" lang="en"/>
              <a:t>Classification and Definition of High-Risk Scenarios</a:t>
            </a:r>
            <a:endParaRPr b="1"/>
          </a:p>
        </p:txBody>
      </p:sp>
      <p:sp>
        <p:nvSpPr>
          <p:cNvPr id="722" name="Google Shape;722;p53"/>
          <p:cNvSpPr txBox="1"/>
          <p:nvPr/>
        </p:nvSpPr>
        <p:spPr>
          <a:xfrm>
            <a:off x="228600" y="4793631"/>
            <a:ext cx="2996100" cy="1758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sz="800">
                <a:solidFill>
                  <a:schemeClr val="lt2"/>
                </a:solidFill>
                <a:latin typeface="Red Hat Display"/>
                <a:ea typeface="Red Hat Display"/>
                <a:cs typeface="Red Hat Display"/>
                <a:sym typeface="Red Hat Display"/>
              </a:rPr>
              <a:t>LIterature Review</a:t>
            </a:r>
            <a:endParaRPr sz="800">
              <a:solidFill>
                <a:schemeClr val="lt2"/>
              </a:solidFill>
              <a:latin typeface="Red Hat Display"/>
              <a:ea typeface="Red Hat Display"/>
              <a:cs typeface="Red Hat Display"/>
              <a:sym typeface="Red Hat Display"/>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54"/>
          <p:cNvSpPr txBox="1"/>
          <p:nvPr>
            <p:ph type="title"/>
          </p:nvPr>
        </p:nvSpPr>
        <p:spPr>
          <a:xfrm>
            <a:off x="3154650" y="2135394"/>
            <a:ext cx="5760900" cy="12024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Algorithm Performance Comparison</a:t>
            </a:r>
            <a:endParaRPr/>
          </a:p>
        </p:txBody>
      </p:sp>
      <p:sp>
        <p:nvSpPr>
          <p:cNvPr id="728" name="Google Shape;728;p54"/>
          <p:cNvSpPr txBox="1"/>
          <p:nvPr>
            <p:ph idx="1" type="subTitle"/>
          </p:nvPr>
        </p:nvSpPr>
        <p:spPr>
          <a:xfrm>
            <a:off x="3154650" y="3405550"/>
            <a:ext cx="5760900" cy="1202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Calculation of Minimum, Mean (Average), and Maximum values for key safety indicators</a:t>
            </a:r>
            <a:endParaRPr/>
          </a:p>
          <a:p>
            <a:pPr indent="-317500" lvl="0" marL="457200" rtl="0" algn="l">
              <a:spcBef>
                <a:spcPts val="1000"/>
              </a:spcBef>
              <a:spcAft>
                <a:spcPts val="1000"/>
              </a:spcAft>
              <a:buSzPts val="1400"/>
              <a:buChar char="●"/>
            </a:pPr>
            <a:r>
              <a:rPr lang="en"/>
              <a:t>Evaluating the safety performance of mainstream algorithms (</a:t>
            </a:r>
            <a:r>
              <a:rPr b="1" lang="en"/>
              <a:t>SAC</a:t>
            </a:r>
            <a:r>
              <a:rPr lang="en"/>
              <a:t>, PPO, DDPG, TD3) primarily based on Average Value Comparisons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55"/>
          <p:cNvSpPr/>
          <p:nvPr/>
        </p:nvSpPr>
        <p:spPr>
          <a:xfrm>
            <a:off x="229525" y="1059800"/>
            <a:ext cx="8686800" cy="3624000"/>
          </a:xfrm>
          <a:prstGeom prst="snip2DiagRect">
            <a:avLst>
              <a:gd fmla="val 0" name="adj1"/>
              <a:gd fmla="val 13149"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734" name="Google Shape;734;p55"/>
          <p:cNvCxnSpPr/>
          <p:nvPr/>
        </p:nvCxnSpPr>
        <p:spPr>
          <a:xfrm rot="10800000">
            <a:off x="228600" y="2028817"/>
            <a:ext cx="8686800" cy="0"/>
          </a:xfrm>
          <a:prstGeom prst="straightConnector1">
            <a:avLst/>
          </a:prstGeom>
          <a:noFill/>
          <a:ln cap="flat" cmpd="sng" w="9525">
            <a:solidFill>
              <a:schemeClr val="accent3"/>
            </a:solidFill>
            <a:prstDash val="solid"/>
            <a:round/>
            <a:headEnd len="med" w="med" type="none"/>
            <a:tailEnd len="med" w="med" type="none"/>
          </a:ln>
        </p:spPr>
      </p:cxnSp>
      <p:cxnSp>
        <p:nvCxnSpPr>
          <p:cNvPr id="735" name="Google Shape;735;p55"/>
          <p:cNvCxnSpPr/>
          <p:nvPr/>
        </p:nvCxnSpPr>
        <p:spPr>
          <a:xfrm rot="10800000">
            <a:off x="228600" y="2441261"/>
            <a:ext cx="8686800" cy="0"/>
          </a:xfrm>
          <a:prstGeom prst="straightConnector1">
            <a:avLst/>
          </a:prstGeom>
          <a:noFill/>
          <a:ln cap="flat" cmpd="sng" w="9525">
            <a:solidFill>
              <a:schemeClr val="accent3"/>
            </a:solidFill>
            <a:prstDash val="solid"/>
            <a:round/>
            <a:headEnd len="med" w="med" type="none"/>
            <a:tailEnd len="med" w="med" type="none"/>
          </a:ln>
        </p:spPr>
      </p:cxnSp>
      <p:cxnSp>
        <p:nvCxnSpPr>
          <p:cNvPr id="736" name="Google Shape;736;p55"/>
          <p:cNvCxnSpPr/>
          <p:nvPr/>
        </p:nvCxnSpPr>
        <p:spPr>
          <a:xfrm rot="10800000">
            <a:off x="226913" y="2849936"/>
            <a:ext cx="8686800" cy="0"/>
          </a:xfrm>
          <a:prstGeom prst="straightConnector1">
            <a:avLst/>
          </a:prstGeom>
          <a:noFill/>
          <a:ln cap="flat" cmpd="sng" w="9525">
            <a:solidFill>
              <a:schemeClr val="accent3"/>
            </a:solidFill>
            <a:prstDash val="solid"/>
            <a:round/>
            <a:headEnd len="med" w="med" type="none"/>
            <a:tailEnd len="med" w="med" type="none"/>
          </a:ln>
        </p:spPr>
      </p:cxnSp>
      <p:cxnSp>
        <p:nvCxnSpPr>
          <p:cNvPr id="737" name="Google Shape;737;p55"/>
          <p:cNvCxnSpPr/>
          <p:nvPr/>
        </p:nvCxnSpPr>
        <p:spPr>
          <a:xfrm rot="10800000">
            <a:off x="226913" y="3265211"/>
            <a:ext cx="8686800" cy="0"/>
          </a:xfrm>
          <a:prstGeom prst="straightConnector1">
            <a:avLst/>
          </a:prstGeom>
          <a:noFill/>
          <a:ln cap="flat" cmpd="sng" w="9525">
            <a:solidFill>
              <a:schemeClr val="accent3"/>
            </a:solidFill>
            <a:prstDash val="solid"/>
            <a:round/>
            <a:headEnd len="med" w="med" type="none"/>
            <a:tailEnd len="med" w="med" type="none"/>
          </a:ln>
        </p:spPr>
      </p:cxnSp>
      <p:cxnSp>
        <p:nvCxnSpPr>
          <p:cNvPr id="738" name="Google Shape;738;p55"/>
          <p:cNvCxnSpPr/>
          <p:nvPr/>
        </p:nvCxnSpPr>
        <p:spPr>
          <a:xfrm rot="10800000">
            <a:off x="226913" y="3674211"/>
            <a:ext cx="8686800" cy="0"/>
          </a:xfrm>
          <a:prstGeom prst="straightConnector1">
            <a:avLst/>
          </a:prstGeom>
          <a:noFill/>
          <a:ln cap="flat" cmpd="sng" w="9525">
            <a:solidFill>
              <a:schemeClr val="accent3"/>
            </a:solidFill>
            <a:prstDash val="solid"/>
            <a:round/>
            <a:headEnd len="med" w="med" type="none"/>
            <a:tailEnd len="med" w="med" type="none"/>
          </a:ln>
        </p:spPr>
      </p:cxnSp>
      <p:sp>
        <p:nvSpPr>
          <p:cNvPr id="739" name="Google Shape;739;p55"/>
          <p:cNvSpPr txBox="1"/>
          <p:nvPr/>
        </p:nvSpPr>
        <p:spPr>
          <a:xfrm>
            <a:off x="228600" y="4793631"/>
            <a:ext cx="2996100" cy="1758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sz="800">
                <a:solidFill>
                  <a:schemeClr val="lt2"/>
                </a:solidFill>
                <a:latin typeface="Red Hat Display"/>
                <a:ea typeface="Red Hat Display"/>
                <a:cs typeface="Red Hat Display"/>
                <a:sym typeface="Red Hat Display"/>
              </a:rPr>
              <a:t>Algorithm Performance Comparison</a:t>
            </a:r>
            <a:endParaRPr sz="800">
              <a:solidFill>
                <a:schemeClr val="lt2"/>
              </a:solidFill>
              <a:latin typeface="Red Hat Display"/>
              <a:ea typeface="Red Hat Display"/>
              <a:cs typeface="Red Hat Display"/>
              <a:sym typeface="Red Hat Display"/>
            </a:endParaRPr>
          </a:p>
        </p:txBody>
      </p:sp>
      <p:sp>
        <p:nvSpPr>
          <p:cNvPr id="740" name="Google Shape;740;p55"/>
          <p:cNvSpPr txBox="1"/>
          <p:nvPr>
            <p:ph type="title"/>
          </p:nvPr>
        </p:nvSpPr>
        <p:spPr>
          <a:xfrm>
            <a:off x="654025" y="505150"/>
            <a:ext cx="40158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Algorithm</a:t>
            </a:r>
            <a:r>
              <a:rPr lang="en"/>
              <a:t> performance analysis</a:t>
            </a:r>
            <a:endParaRPr/>
          </a:p>
        </p:txBody>
      </p:sp>
      <p:sp>
        <p:nvSpPr>
          <p:cNvPr id="741" name="Google Shape;741;p55"/>
          <p:cNvSpPr txBox="1"/>
          <p:nvPr>
            <p:ph idx="2" type="subTitle"/>
          </p:nvPr>
        </p:nvSpPr>
        <p:spPr>
          <a:xfrm>
            <a:off x="1977175" y="1114517"/>
            <a:ext cx="2406300" cy="461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1200"/>
              <a:t>(Low performance &lt; High performance)</a:t>
            </a:r>
            <a:endParaRPr sz="1200"/>
          </a:p>
        </p:txBody>
      </p:sp>
      <p:sp>
        <p:nvSpPr>
          <p:cNvPr id="742" name="Google Shape;742;p55"/>
          <p:cNvSpPr txBox="1"/>
          <p:nvPr>
            <p:ph idx="4" type="subTitle"/>
          </p:nvPr>
        </p:nvSpPr>
        <p:spPr>
          <a:xfrm>
            <a:off x="5029814" y="1166121"/>
            <a:ext cx="1369500" cy="290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1200"/>
              <a:t>Support papers</a:t>
            </a:r>
            <a:endParaRPr sz="1200"/>
          </a:p>
        </p:txBody>
      </p:sp>
      <p:sp>
        <p:nvSpPr>
          <p:cNvPr id="743" name="Google Shape;743;p55"/>
          <p:cNvSpPr txBox="1"/>
          <p:nvPr>
            <p:ph idx="5" type="subTitle"/>
          </p:nvPr>
        </p:nvSpPr>
        <p:spPr>
          <a:xfrm>
            <a:off x="385125" y="2031167"/>
            <a:ext cx="1503300" cy="410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sz="1200"/>
              <a:t>Result</a:t>
            </a:r>
            <a:r>
              <a:rPr lang="en" sz="1200"/>
              <a:t> 2</a:t>
            </a:r>
            <a:endParaRPr sz="1200"/>
          </a:p>
        </p:txBody>
      </p:sp>
      <p:sp>
        <p:nvSpPr>
          <p:cNvPr id="744" name="Google Shape;744;p55"/>
          <p:cNvSpPr txBox="1"/>
          <p:nvPr>
            <p:ph idx="6" type="subTitle"/>
          </p:nvPr>
        </p:nvSpPr>
        <p:spPr>
          <a:xfrm>
            <a:off x="385125" y="2441417"/>
            <a:ext cx="1503300" cy="410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sz="1200"/>
              <a:t>Result</a:t>
            </a:r>
            <a:r>
              <a:rPr lang="en" sz="1200"/>
              <a:t> </a:t>
            </a:r>
            <a:r>
              <a:rPr lang="en" sz="1200"/>
              <a:t>3</a:t>
            </a:r>
            <a:endParaRPr sz="1200"/>
          </a:p>
        </p:txBody>
      </p:sp>
      <p:sp>
        <p:nvSpPr>
          <p:cNvPr id="745" name="Google Shape;745;p55"/>
          <p:cNvSpPr txBox="1"/>
          <p:nvPr>
            <p:ph idx="7" type="subTitle"/>
          </p:nvPr>
        </p:nvSpPr>
        <p:spPr>
          <a:xfrm>
            <a:off x="385125" y="2854642"/>
            <a:ext cx="1503300" cy="410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sz="1200"/>
              <a:t>Result</a:t>
            </a:r>
            <a:r>
              <a:rPr lang="en" sz="1200"/>
              <a:t> 4</a:t>
            </a:r>
            <a:endParaRPr sz="1200"/>
          </a:p>
        </p:txBody>
      </p:sp>
      <p:sp>
        <p:nvSpPr>
          <p:cNvPr id="746" name="Google Shape;746;p55"/>
          <p:cNvSpPr txBox="1"/>
          <p:nvPr>
            <p:ph idx="8" type="subTitle"/>
          </p:nvPr>
        </p:nvSpPr>
        <p:spPr>
          <a:xfrm>
            <a:off x="385125" y="3260217"/>
            <a:ext cx="1503300" cy="410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sz="1200"/>
              <a:t>Result</a:t>
            </a:r>
            <a:r>
              <a:rPr lang="en" sz="1200"/>
              <a:t> </a:t>
            </a:r>
            <a:r>
              <a:rPr lang="en" sz="1200"/>
              <a:t>4.1</a:t>
            </a:r>
            <a:endParaRPr sz="1200"/>
          </a:p>
        </p:txBody>
      </p:sp>
      <p:sp>
        <p:nvSpPr>
          <p:cNvPr id="747" name="Google Shape;747;p55"/>
          <p:cNvSpPr txBox="1"/>
          <p:nvPr>
            <p:ph idx="9" type="subTitle"/>
          </p:nvPr>
        </p:nvSpPr>
        <p:spPr>
          <a:xfrm>
            <a:off x="385125" y="3679067"/>
            <a:ext cx="1503300" cy="410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sz="1200"/>
              <a:t>Result</a:t>
            </a:r>
            <a:r>
              <a:rPr lang="en" sz="1200"/>
              <a:t> </a:t>
            </a:r>
            <a:r>
              <a:rPr lang="en" sz="1200"/>
              <a:t> 4.2</a:t>
            </a:r>
            <a:endParaRPr sz="1200"/>
          </a:p>
        </p:txBody>
      </p:sp>
      <p:sp>
        <p:nvSpPr>
          <p:cNvPr id="748" name="Google Shape;748;p55"/>
          <p:cNvSpPr txBox="1"/>
          <p:nvPr>
            <p:ph idx="13" type="subTitle"/>
          </p:nvPr>
        </p:nvSpPr>
        <p:spPr>
          <a:xfrm>
            <a:off x="1977175" y="2031167"/>
            <a:ext cx="2406300" cy="410100"/>
          </a:xfrm>
          <a:prstGeom prst="rect">
            <a:avLst/>
          </a:prstGeom>
        </p:spPr>
        <p:txBody>
          <a:bodyPr anchorCtr="0" anchor="ctr" bIns="0" lIns="0" spcFirstLastPara="1" rIns="0" wrap="square" tIns="0">
            <a:noAutofit/>
          </a:bodyPr>
          <a:lstStyle/>
          <a:p>
            <a:pPr indent="0" lvl="0" marL="0" rtl="0" algn="ctr">
              <a:lnSpc>
                <a:spcPct val="115000"/>
              </a:lnSpc>
              <a:spcBef>
                <a:spcPts val="0"/>
              </a:spcBef>
              <a:spcAft>
                <a:spcPts val="0"/>
              </a:spcAft>
              <a:buNone/>
            </a:pPr>
            <a:r>
              <a:rPr b="1" lang="en" sz="1300"/>
              <a:t>SAC</a:t>
            </a:r>
            <a:r>
              <a:rPr lang="en" sz="1200"/>
              <a:t> ≈ DDPG/TD3</a:t>
            </a:r>
            <a:endParaRPr sz="1200"/>
          </a:p>
        </p:txBody>
      </p:sp>
      <p:sp>
        <p:nvSpPr>
          <p:cNvPr id="749" name="Google Shape;749;p55"/>
          <p:cNvSpPr txBox="1"/>
          <p:nvPr>
            <p:ph idx="14" type="subTitle"/>
          </p:nvPr>
        </p:nvSpPr>
        <p:spPr>
          <a:xfrm>
            <a:off x="1977175" y="2441417"/>
            <a:ext cx="2406300" cy="410100"/>
          </a:xfrm>
          <a:prstGeom prst="rect">
            <a:avLst/>
          </a:prstGeom>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 sz="1200"/>
              <a:t>PPO &lt; DDPG/TD3</a:t>
            </a:r>
            <a:endParaRPr sz="1200"/>
          </a:p>
        </p:txBody>
      </p:sp>
      <p:sp>
        <p:nvSpPr>
          <p:cNvPr id="750" name="Google Shape;750;p55"/>
          <p:cNvSpPr txBox="1"/>
          <p:nvPr>
            <p:ph idx="15" type="subTitle"/>
          </p:nvPr>
        </p:nvSpPr>
        <p:spPr>
          <a:xfrm>
            <a:off x="1977175" y="2852767"/>
            <a:ext cx="2406300" cy="410100"/>
          </a:xfrm>
          <a:prstGeom prst="rect">
            <a:avLst/>
          </a:prstGeom>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 sz="1200"/>
              <a:t>DDPG/TD3 &lt; </a:t>
            </a:r>
            <a:r>
              <a:rPr b="1" lang="en" sz="1300"/>
              <a:t>SAC</a:t>
            </a:r>
            <a:r>
              <a:rPr lang="en" sz="1200"/>
              <a:t> &lt; PPO</a:t>
            </a:r>
            <a:endParaRPr sz="1200"/>
          </a:p>
        </p:txBody>
      </p:sp>
      <p:sp>
        <p:nvSpPr>
          <p:cNvPr id="751" name="Google Shape;751;p55"/>
          <p:cNvSpPr txBox="1"/>
          <p:nvPr>
            <p:ph idx="16" type="subTitle"/>
          </p:nvPr>
        </p:nvSpPr>
        <p:spPr>
          <a:xfrm>
            <a:off x="1977175" y="3267567"/>
            <a:ext cx="2406300" cy="410100"/>
          </a:xfrm>
          <a:prstGeom prst="rect">
            <a:avLst/>
          </a:prstGeom>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 sz="1200"/>
              <a:t>DDPG/TD3 &lt; </a:t>
            </a:r>
            <a:r>
              <a:rPr b="1" lang="en" sz="1300"/>
              <a:t>SAC</a:t>
            </a:r>
            <a:endParaRPr b="1" sz="1300"/>
          </a:p>
        </p:txBody>
      </p:sp>
      <p:sp>
        <p:nvSpPr>
          <p:cNvPr id="752" name="Google Shape;752;p55"/>
          <p:cNvSpPr txBox="1"/>
          <p:nvPr>
            <p:ph idx="17" type="subTitle"/>
          </p:nvPr>
        </p:nvSpPr>
        <p:spPr>
          <a:xfrm>
            <a:off x="1977175" y="3680017"/>
            <a:ext cx="2406300" cy="410100"/>
          </a:xfrm>
          <a:prstGeom prst="rect">
            <a:avLst/>
          </a:prstGeom>
        </p:spPr>
        <p:txBody>
          <a:bodyPr anchorCtr="0" anchor="ctr" bIns="0" lIns="0" spcFirstLastPara="1" rIns="0" wrap="square" tIns="0">
            <a:noAutofit/>
          </a:bodyPr>
          <a:lstStyle/>
          <a:p>
            <a:pPr indent="0" lvl="0" marL="0" rtl="0" algn="ctr">
              <a:lnSpc>
                <a:spcPct val="115000"/>
              </a:lnSpc>
              <a:spcBef>
                <a:spcPts val="0"/>
              </a:spcBef>
              <a:spcAft>
                <a:spcPts val="0"/>
              </a:spcAft>
              <a:buNone/>
            </a:pPr>
            <a:r>
              <a:rPr b="1" lang="en" sz="1300"/>
              <a:t>SAC</a:t>
            </a:r>
            <a:r>
              <a:rPr lang="en" sz="1200"/>
              <a:t> &lt; PPO</a:t>
            </a:r>
            <a:endParaRPr sz="1200"/>
          </a:p>
        </p:txBody>
      </p:sp>
      <p:sp>
        <p:nvSpPr>
          <p:cNvPr id="753" name="Google Shape;753;p55"/>
          <p:cNvSpPr txBox="1"/>
          <p:nvPr>
            <p:ph idx="23" type="subTitle"/>
          </p:nvPr>
        </p:nvSpPr>
        <p:spPr>
          <a:xfrm>
            <a:off x="5029827" y="2031167"/>
            <a:ext cx="3613800" cy="41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900"/>
              <a:t>(Fan et al., 2024)</a:t>
            </a:r>
            <a:endParaRPr sz="900"/>
          </a:p>
        </p:txBody>
      </p:sp>
      <p:sp>
        <p:nvSpPr>
          <p:cNvPr id="754" name="Google Shape;754;p55"/>
          <p:cNvSpPr txBox="1"/>
          <p:nvPr>
            <p:ph idx="24" type="subTitle"/>
          </p:nvPr>
        </p:nvSpPr>
        <p:spPr>
          <a:xfrm>
            <a:off x="5029827" y="2441417"/>
            <a:ext cx="3613800" cy="41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900"/>
              <a:t>(R. Zhao et al., 2025), (Zhao et al., 2024)</a:t>
            </a:r>
            <a:endParaRPr sz="900"/>
          </a:p>
          <a:p>
            <a:pPr indent="0" lvl="0" marL="0" rtl="0" algn="l">
              <a:spcBef>
                <a:spcPts val="0"/>
              </a:spcBef>
              <a:spcAft>
                <a:spcPts val="0"/>
              </a:spcAft>
              <a:buNone/>
            </a:pPr>
            <a:r>
              <a:t/>
            </a:r>
            <a:endParaRPr sz="900"/>
          </a:p>
        </p:txBody>
      </p:sp>
      <p:sp>
        <p:nvSpPr>
          <p:cNvPr id="755" name="Google Shape;755;p55"/>
          <p:cNvSpPr txBox="1"/>
          <p:nvPr>
            <p:ph idx="25" type="subTitle"/>
          </p:nvPr>
        </p:nvSpPr>
        <p:spPr>
          <a:xfrm>
            <a:off x="5029827" y="2852767"/>
            <a:ext cx="3613800" cy="41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900"/>
              <a:t>(Zhang et al., 2025)</a:t>
            </a:r>
            <a:endParaRPr sz="900"/>
          </a:p>
        </p:txBody>
      </p:sp>
      <p:sp>
        <p:nvSpPr>
          <p:cNvPr id="756" name="Google Shape;756;p55"/>
          <p:cNvSpPr txBox="1"/>
          <p:nvPr>
            <p:ph idx="26" type="subTitle"/>
          </p:nvPr>
        </p:nvSpPr>
        <p:spPr>
          <a:xfrm>
            <a:off x="5029827" y="3267567"/>
            <a:ext cx="3613800" cy="41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900"/>
              <a:t>(Zhang et al., 2025)</a:t>
            </a:r>
            <a:endParaRPr sz="900"/>
          </a:p>
        </p:txBody>
      </p:sp>
      <p:sp>
        <p:nvSpPr>
          <p:cNvPr id="757" name="Google Shape;757;p55"/>
          <p:cNvSpPr txBox="1"/>
          <p:nvPr>
            <p:ph idx="27" type="subTitle"/>
          </p:nvPr>
        </p:nvSpPr>
        <p:spPr>
          <a:xfrm>
            <a:off x="5029827" y="3680017"/>
            <a:ext cx="3613800" cy="41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900"/>
              <a:t>(Zhang et al., 2025)</a:t>
            </a:r>
            <a:endParaRPr sz="900"/>
          </a:p>
        </p:txBody>
      </p:sp>
      <p:sp>
        <p:nvSpPr>
          <p:cNvPr id="758" name="Google Shape;758;p55"/>
          <p:cNvSpPr txBox="1"/>
          <p:nvPr>
            <p:ph idx="23" type="subTitle"/>
          </p:nvPr>
        </p:nvSpPr>
        <p:spPr>
          <a:xfrm>
            <a:off x="5029826" y="1616367"/>
            <a:ext cx="3613800" cy="41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900"/>
              <a:t>(Liu et al., 2024), (Chowdhury et al., 2024), (L. Gao et al., 2025), (Elallid et al., 2024), (Huynh &amp; Nguyen, 2024)</a:t>
            </a:r>
            <a:endParaRPr sz="900"/>
          </a:p>
        </p:txBody>
      </p:sp>
      <p:cxnSp>
        <p:nvCxnSpPr>
          <p:cNvPr id="759" name="Google Shape;759;p55"/>
          <p:cNvCxnSpPr/>
          <p:nvPr/>
        </p:nvCxnSpPr>
        <p:spPr>
          <a:xfrm rot="10800000">
            <a:off x="239243" y="1613368"/>
            <a:ext cx="8686800" cy="0"/>
          </a:xfrm>
          <a:prstGeom prst="straightConnector1">
            <a:avLst/>
          </a:prstGeom>
          <a:noFill/>
          <a:ln cap="flat" cmpd="sng" w="9525">
            <a:solidFill>
              <a:schemeClr val="accent3"/>
            </a:solidFill>
            <a:prstDash val="solid"/>
            <a:round/>
            <a:headEnd len="med" w="med" type="none"/>
            <a:tailEnd len="med" w="med" type="none"/>
          </a:ln>
        </p:spPr>
      </p:cxnSp>
      <p:sp>
        <p:nvSpPr>
          <p:cNvPr id="760" name="Google Shape;760;p55"/>
          <p:cNvSpPr txBox="1"/>
          <p:nvPr>
            <p:ph idx="13" type="subTitle"/>
          </p:nvPr>
        </p:nvSpPr>
        <p:spPr>
          <a:xfrm>
            <a:off x="1977175" y="1620042"/>
            <a:ext cx="2406300" cy="410100"/>
          </a:xfrm>
          <a:prstGeom prst="rect">
            <a:avLst/>
          </a:prstGeom>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 sz="1200"/>
              <a:t>PPO &lt; </a:t>
            </a:r>
            <a:r>
              <a:rPr b="1" lang="en" sz="1300"/>
              <a:t>SAC</a:t>
            </a:r>
            <a:endParaRPr b="1" sz="1300"/>
          </a:p>
        </p:txBody>
      </p:sp>
      <p:sp>
        <p:nvSpPr>
          <p:cNvPr id="761" name="Google Shape;761;p55"/>
          <p:cNvSpPr txBox="1"/>
          <p:nvPr>
            <p:ph idx="5" type="subTitle"/>
          </p:nvPr>
        </p:nvSpPr>
        <p:spPr>
          <a:xfrm>
            <a:off x="385125" y="1620980"/>
            <a:ext cx="1503300" cy="410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sz="1200"/>
              <a:t>Result</a:t>
            </a:r>
            <a:r>
              <a:rPr lang="en" sz="1200"/>
              <a:t> 1</a:t>
            </a:r>
            <a:endParaRPr sz="1200"/>
          </a:p>
        </p:txBody>
      </p:sp>
      <p:sp>
        <p:nvSpPr>
          <p:cNvPr id="762" name="Google Shape;762;p55"/>
          <p:cNvSpPr txBox="1"/>
          <p:nvPr>
            <p:ph idx="9" type="subTitle"/>
          </p:nvPr>
        </p:nvSpPr>
        <p:spPr>
          <a:xfrm>
            <a:off x="385125" y="4081940"/>
            <a:ext cx="1503300" cy="410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sz="1200"/>
              <a:t>Result </a:t>
            </a:r>
            <a:r>
              <a:rPr lang="en" sz="1200"/>
              <a:t>4.3</a:t>
            </a:r>
            <a:endParaRPr sz="1200"/>
          </a:p>
        </p:txBody>
      </p:sp>
      <p:cxnSp>
        <p:nvCxnSpPr>
          <p:cNvPr id="763" name="Google Shape;763;p55"/>
          <p:cNvCxnSpPr/>
          <p:nvPr/>
        </p:nvCxnSpPr>
        <p:spPr>
          <a:xfrm rot="10800000">
            <a:off x="229513" y="4080783"/>
            <a:ext cx="8686800" cy="0"/>
          </a:xfrm>
          <a:prstGeom prst="straightConnector1">
            <a:avLst/>
          </a:prstGeom>
          <a:noFill/>
          <a:ln cap="flat" cmpd="sng" w="9525">
            <a:solidFill>
              <a:schemeClr val="accent3"/>
            </a:solidFill>
            <a:prstDash val="solid"/>
            <a:round/>
            <a:headEnd len="med" w="med" type="none"/>
            <a:tailEnd len="med" w="med" type="none"/>
          </a:ln>
        </p:spPr>
      </p:cxnSp>
      <p:sp>
        <p:nvSpPr>
          <p:cNvPr id="764" name="Google Shape;764;p55"/>
          <p:cNvSpPr txBox="1"/>
          <p:nvPr>
            <p:ph idx="17" type="subTitle"/>
          </p:nvPr>
        </p:nvSpPr>
        <p:spPr>
          <a:xfrm>
            <a:off x="2032750" y="4092467"/>
            <a:ext cx="2406300" cy="410100"/>
          </a:xfrm>
          <a:prstGeom prst="rect">
            <a:avLst/>
          </a:prstGeom>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 sz="1200"/>
              <a:t>DDPG/TD3 &lt; </a:t>
            </a:r>
            <a:r>
              <a:rPr lang="en" sz="1200"/>
              <a:t>PPO</a:t>
            </a:r>
            <a:endParaRPr sz="1200"/>
          </a:p>
        </p:txBody>
      </p:sp>
      <p:sp>
        <p:nvSpPr>
          <p:cNvPr id="765" name="Google Shape;765;p55"/>
          <p:cNvSpPr txBox="1"/>
          <p:nvPr>
            <p:ph idx="27" type="subTitle"/>
          </p:nvPr>
        </p:nvSpPr>
        <p:spPr>
          <a:xfrm>
            <a:off x="5029827" y="4080767"/>
            <a:ext cx="3613800" cy="41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900"/>
              <a:t>(Zhang et al., 2025)</a:t>
            </a:r>
            <a:endParaRPr sz="9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56"/>
          <p:cNvSpPr txBox="1"/>
          <p:nvPr>
            <p:ph type="title"/>
          </p:nvPr>
        </p:nvSpPr>
        <p:spPr>
          <a:xfrm>
            <a:off x="3108900" y="2084981"/>
            <a:ext cx="57609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High-risk </a:t>
            </a:r>
            <a:r>
              <a:rPr lang="en"/>
              <a:t>scenario</a:t>
            </a:r>
            <a:r>
              <a:rPr lang="en"/>
              <a:t> risk assessment</a:t>
            </a:r>
            <a:endParaRPr/>
          </a:p>
        </p:txBody>
      </p:sp>
      <p:sp>
        <p:nvSpPr>
          <p:cNvPr id="771" name="Google Shape;771;p56"/>
          <p:cNvSpPr txBox="1"/>
          <p:nvPr>
            <p:ph idx="1" type="subTitle"/>
          </p:nvPr>
        </p:nvSpPr>
        <p:spPr>
          <a:xfrm>
            <a:off x="3108900" y="2855526"/>
            <a:ext cx="5760900" cy="50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This chapter summarizes and extracts data from all relevant papers and calculates their minimum, mean, and maximum values.</a:t>
            </a:r>
            <a:endParaRPr/>
          </a:p>
          <a:p>
            <a:pPr indent="-317500" lvl="0" marL="457200" rtl="0" algn="just">
              <a:lnSpc>
                <a:spcPct val="150000"/>
              </a:lnSpc>
              <a:spcBef>
                <a:spcPts val="1000"/>
              </a:spcBef>
              <a:spcAft>
                <a:spcPts val="0"/>
              </a:spcAft>
              <a:buSzPts val="1400"/>
              <a:buChar char="●"/>
            </a:pPr>
            <a:r>
              <a:rPr lang="en"/>
              <a:t>Different comparison methods are used for different indicators</a:t>
            </a:r>
            <a:endParaRPr/>
          </a:p>
          <a:p>
            <a:pPr indent="-317500" lvl="0" marL="457200" rtl="0" algn="l">
              <a:spcBef>
                <a:spcPts val="1000"/>
              </a:spcBef>
              <a:spcAft>
                <a:spcPts val="0"/>
              </a:spcAft>
              <a:buSzPts val="1400"/>
              <a:buChar char="●"/>
            </a:pPr>
            <a:r>
              <a:rPr lang="en"/>
              <a:t>Higher collision rates, collision time and lane deviation are considered high risk.</a:t>
            </a:r>
            <a:endParaRPr/>
          </a:p>
          <a:p>
            <a:pPr indent="-317500" lvl="0" marL="457200" rtl="0" algn="l">
              <a:spcBef>
                <a:spcPts val="1000"/>
              </a:spcBef>
              <a:spcAft>
                <a:spcPts val="0"/>
              </a:spcAft>
              <a:buSzPts val="1400"/>
              <a:buChar char="●"/>
            </a:pPr>
            <a:r>
              <a:rPr lang="en"/>
              <a:t>Higher success rates are considered low risk.</a:t>
            </a:r>
            <a:endParaRPr/>
          </a:p>
          <a:p>
            <a:pPr indent="0" lvl="0" marL="0" rtl="0" algn="l">
              <a:spcBef>
                <a:spcPts val="100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57"/>
          <p:cNvSpPr/>
          <p:nvPr/>
        </p:nvSpPr>
        <p:spPr>
          <a:xfrm>
            <a:off x="229525" y="1059800"/>
            <a:ext cx="8686800" cy="3624000"/>
          </a:xfrm>
          <a:prstGeom prst="snip2DiagRect">
            <a:avLst>
              <a:gd fmla="val 0" name="adj1"/>
              <a:gd fmla="val 13149"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777" name="Google Shape;777;p57"/>
          <p:cNvCxnSpPr/>
          <p:nvPr/>
        </p:nvCxnSpPr>
        <p:spPr>
          <a:xfrm rot="10800000">
            <a:off x="228600" y="2028817"/>
            <a:ext cx="8686800" cy="0"/>
          </a:xfrm>
          <a:prstGeom prst="straightConnector1">
            <a:avLst/>
          </a:prstGeom>
          <a:noFill/>
          <a:ln cap="flat" cmpd="sng" w="9525">
            <a:solidFill>
              <a:schemeClr val="accent3"/>
            </a:solidFill>
            <a:prstDash val="solid"/>
            <a:round/>
            <a:headEnd len="med" w="med" type="none"/>
            <a:tailEnd len="med" w="med" type="none"/>
          </a:ln>
        </p:spPr>
      </p:cxnSp>
      <p:cxnSp>
        <p:nvCxnSpPr>
          <p:cNvPr id="778" name="Google Shape;778;p57"/>
          <p:cNvCxnSpPr/>
          <p:nvPr/>
        </p:nvCxnSpPr>
        <p:spPr>
          <a:xfrm rot="10800000">
            <a:off x="228600" y="2441261"/>
            <a:ext cx="8686800" cy="0"/>
          </a:xfrm>
          <a:prstGeom prst="straightConnector1">
            <a:avLst/>
          </a:prstGeom>
          <a:noFill/>
          <a:ln cap="flat" cmpd="sng" w="9525">
            <a:solidFill>
              <a:schemeClr val="accent3"/>
            </a:solidFill>
            <a:prstDash val="solid"/>
            <a:round/>
            <a:headEnd len="med" w="med" type="none"/>
            <a:tailEnd len="med" w="med" type="none"/>
          </a:ln>
        </p:spPr>
      </p:cxnSp>
      <p:cxnSp>
        <p:nvCxnSpPr>
          <p:cNvPr id="779" name="Google Shape;779;p57"/>
          <p:cNvCxnSpPr/>
          <p:nvPr/>
        </p:nvCxnSpPr>
        <p:spPr>
          <a:xfrm rot="10800000">
            <a:off x="226913" y="2849936"/>
            <a:ext cx="8686800" cy="0"/>
          </a:xfrm>
          <a:prstGeom prst="straightConnector1">
            <a:avLst/>
          </a:prstGeom>
          <a:noFill/>
          <a:ln cap="flat" cmpd="sng" w="9525">
            <a:solidFill>
              <a:schemeClr val="accent3"/>
            </a:solidFill>
            <a:prstDash val="solid"/>
            <a:round/>
            <a:headEnd len="med" w="med" type="none"/>
            <a:tailEnd len="med" w="med" type="none"/>
          </a:ln>
        </p:spPr>
      </p:cxnSp>
      <p:cxnSp>
        <p:nvCxnSpPr>
          <p:cNvPr id="780" name="Google Shape;780;p57"/>
          <p:cNvCxnSpPr/>
          <p:nvPr/>
        </p:nvCxnSpPr>
        <p:spPr>
          <a:xfrm rot="10800000">
            <a:off x="226913" y="3265211"/>
            <a:ext cx="8686800" cy="0"/>
          </a:xfrm>
          <a:prstGeom prst="straightConnector1">
            <a:avLst/>
          </a:prstGeom>
          <a:noFill/>
          <a:ln cap="flat" cmpd="sng" w="9525">
            <a:solidFill>
              <a:schemeClr val="accent3"/>
            </a:solidFill>
            <a:prstDash val="solid"/>
            <a:round/>
            <a:headEnd len="med" w="med" type="none"/>
            <a:tailEnd len="med" w="med" type="none"/>
          </a:ln>
        </p:spPr>
      </p:cxnSp>
      <p:cxnSp>
        <p:nvCxnSpPr>
          <p:cNvPr id="781" name="Google Shape;781;p57"/>
          <p:cNvCxnSpPr/>
          <p:nvPr/>
        </p:nvCxnSpPr>
        <p:spPr>
          <a:xfrm rot="10800000">
            <a:off x="226913" y="3674211"/>
            <a:ext cx="8686800" cy="0"/>
          </a:xfrm>
          <a:prstGeom prst="straightConnector1">
            <a:avLst/>
          </a:prstGeom>
          <a:noFill/>
          <a:ln cap="flat" cmpd="sng" w="9525">
            <a:solidFill>
              <a:schemeClr val="accent3"/>
            </a:solidFill>
            <a:prstDash val="solid"/>
            <a:round/>
            <a:headEnd len="med" w="med" type="none"/>
            <a:tailEnd len="med" w="med" type="none"/>
          </a:ln>
        </p:spPr>
      </p:cxnSp>
      <p:sp>
        <p:nvSpPr>
          <p:cNvPr id="782" name="Google Shape;782;p57"/>
          <p:cNvSpPr txBox="1"/>
          <p:nvPr/>
        </p:nvSpPr>
        <p:spPr>
          <a:xfrm>
            <a:off x="228600" y="4793631"/>
            <a:ext cx="2996100" cy="1758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sz="800">
                <a:solidFill>
                  <a:schemeClr val="lt2"/>
                </a:solidFill>
                <a:latin typeface="Red Hat Display"/>
                <a:ea typeface="Red Hat Display"/>
                <a:cs typeface="Red Hat Display"/>
                <a:sym typeface="Red Hat Display"/>
              </a:rPr>
              <a:t>High-risk </a:t>
            </a:r>
            <a:r>
              <a:rPr lang="en" sz="800">
                <a:solidFill>
                  <a:schemeClr val="lt2"/>
                </a:solidFill>
                <a:latin typeface="Red Hat Display"/>
                <a:ea typeface="Red Hat Display"/>
                <a:cs typeface="Red Hat Display"/>
                <a:sym typeface="Red Hat Display"/>
              </a:rPr>
              <a:t>scenario</a:t>
            </a:r>
            <a:r>
              <a:rPr lang="en" sz="800">
                <a:solidFill>
                  <a:schemeClr val="lt2"/>
                </a:solidFill>
                <a:latin typeface="Red Hat Display"/>
                <a:ea typeface="Red Hat Display"/>
                <a:cs typeface="Red Hat Display"/>
                <a:sym typeface="Red Hat Display"/>
              </a:rPr>
              <a:t> risk assessment</a:t>
            </a:r>
            <a:endParaRPr sz="800">
              <a:solidFill>
                <a:schemeClr val="lt2"/>
              </a:solidFill>
              <a:latin typeface="Red Hat Display"/>
              <a:ea typeface="Red Hat Display"/>
              <a:cs typeface="Red Hat Display"/>
              <a:sym typeface="Red Hat Display"/>
            </a:endParaRPr>
          </a:p>
        </p:txBody>
      </p:sp>
      <p:sp>
        <p:nvSpPr>
          <p:cNvPr id="783" name="Google Shape;783;p57"/>
          <p:cNvSpPr txBox="1"/>
          <p:nvPr>
            <p:ph type="title"/>
          </p:nvPr>
        </p:nvSpPr>
        <p:spPr>
          <a:xfrm>
            <a:off x="654025" y="505150"/>
            <a:ext cx="40158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Scenario risk analysis</a:t>
            </a:r>
            <a:endParaRPr/>
          </a:p>
        </p:txBody>
      </p:sp>
      <p:sp>
        <p:nvSpPr>
          <p:cNvPr id="784" name="Google Shape;784;p57"/>
          <p:cNvSpPr txBox="1"/>
          <p:nvPr>
            <p:ph idx="2" type="subTitle"/>
          </p:nvPr>
        </p:nvSpPr>
        <p:spPr>
          <a:xfrm>
            <a:off x="2032750" y="1114525"/>
            <a:ext cx="2637000" cy="461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(Low risk &lt; High risk)</a:t>
            </a:r>
            <a:endParaRPr/>
          </a:p>
        </p:txBody>
      </p:sp>
      <p:sp>
        <p:nvSpPr>
          <p:cNvPr id="785" name="Google Shape;785;p57"/>
          <p:cNvSpPr txBox="1"/>
          <p:nvPr>
            <p:ph idx="4" type="subTitle"/>
          </p:nvPr>
        </p:nvSpPr>
        <p:spPr>
          <a:xfrm>
            <a:off x="5029814" y="1166121"/>
            <a:ext cx="1369500" cy="290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Support papers</a:t>
            </a:r>
            <a:endParaRPr/>
          </a:p>
        </p:txBody>
      </p:sp>
      <p:sp>
        <p:nvSpPr>
          <p:cNvPr id="786" name="Google Shape;786;p57"/>
          <p:cNvSpPr txBox="1"/>
          <p:nvPr>
            <p:ph idx="5" type="subTitle"/>
          </p:nvPr>
        </p:nvSpPr>
        <p:spPr>
          <a:xfrm>
            <a:off x="385125" y="2031167"/>
            <a:ext cx="1503300" cy="410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Equation 2</a:t>
            </a:r>
            <a:endParaRPr/>
          </a:p>
        </p:txBody>
      </p:sp>
      <p:sp>
        <p:nvSpPr>
          <p:cNvPr id="787" name="Google Shape;787;p57"/>
          <p:cNvSpPr txBox="1"/>
          <p:nvPr>
            <p:ph idx="6" type="subTitle"/>
          </p:nvPr>
        </p:nvSpPr>
        <p:spPr>
          <a:xfrm>
            <a:off x="385125" y="2441417"/>
            <a:ext cx="1503300" cy="410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Equation 3</a:t>
            </a:r>
            <a:endParaRPr/>
          </a:p>
        </p:txBody>
      </p:sp>
      <p:sp>
        <p:nvSpPr>
          <p:cNvPr id="788" name="Google Shape;788;p57"/>
          <p:cNvSpPr txBox="1"/>
          <p:nvPr>
            <p:ph idx="7" type="subTitle"/>
          </p:nvPr>
        </p:nvSpPr>
        <p:spPr>
          <a:xfrm>
            <a:off x="385125" y="2854642"/>
            <a:ext cx="1503300" cy="410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Equation 4</a:t>
            </a:r>
            <a:endParaRPr/>
          </a:p>
        </p:txBody>
      </p:sp>
      <p:sp>
        <p:nvSpPr>
          <p:cNvPr id="789" name="Google Shape;789;p57"/>
          <p:cNvSpPr txBox="1"/>
          <p:nvPr>
            <p:ph idx="8" type="subTitle"/>
          </p:nvPr>
        </p:nvSpPr>
        <p:spPr>
          <a:xfrm>
            <a:off x="385125" y="3260217"/>
            <a:ext cx="1503300" cy="410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Equation 5</a:t>
            </a:r>
            <a:endParaRPr/>
          </a:p>
        </p:txBody>
      </p:sp>
      <p:sp>
        <p:nvSpPr>
          <p:cNvPr id="790" name="Google Shape;790;p57"/>
          <p:cNvSpPr txBox="1"/>
          <p:nvPr>
            <p:ph idx="9" type="subTitle"/>
          </p:nvPr>
        </p:nvSpPr>
        <p:spPr>
          <a:xfrm>
            <a:off x="385125" y="3679067"/>
            <a:ext cx="1503300" cy="410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Equation 6</a:t>
            </a:r>
            <a:endParaRPr/>
          </a:p>
        </p:txBody>
      </p:sp>
      <p:sp>
        <p:nvSpPr>
          <p:cNvPr id="791" name="Google Shape;791;p57"/>
          <p:cNvSpPr txBox="1"/>
          <p:nvPr>
            <p:ph idx="13" type="subTitle"/>
          </p:nvPr>
        </p:nvSpPr>
        <p:spPr>
          <a:xfrm>
            <a:off x="1977175" y="2031175"/>
            <a:ext cx="2692500" cy="410100"/>
          </a:xfrm>
          <a:prstGeom prst="rect">
            <a:avLst/>
          </a:prstGeom>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
              <a:t>Roundabout &lt; Right turn intersection</a:t>
            </a:r>
            <a:endParaRPr/>
          </a:p>
        </p:txBody>
      </p:sp>
      <p:sp>
        <p:nvSpPr>
          <p:cNvPr id="792" name="Google Shape;792;p57"/>
          <p:cNvSpPr txBox="1"/>
          <p:nvPr>
            <p:ph idx="14" type="subTitle"/>
          </p:nvPr>
        </p:nvSpPr>
        <p:spPr>
          <a:xfrm>
            <a:off x="1977175" y="2441425"/>
            <a:ext cx="2692500" cy="410100"/>
          </a:xfrm>
          <a:prstGeom prst="rect">
            <a:avLst/>
          </a:prstGeom>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
              <a:t>Roundabout &lt; Intersection</a:t>
            </a:r>
            <a:endParaRPr/>
          </a:p>
        </p:txBody>
      </p:sp>
      <p:sp>
        <p:nvSpPr>
          <p:cNvPr id="793" name="Google Shape;793;p57"/>
          <p:cNvSpPr txBox="1"/>
          <p:nvPr>
            <p:ph idx="15" type="subTitle"/>
          </p:nvPr>
        </p:nvSpPr>
        <p:spPr>
          <a:xfrm>
            <a:off x="1977175" y="2852775"/>
            <a:ext cx="2692500" cy="410100"/>
          </a:xfrm>
          <a:prstGeom prst="rect">
            <a:avLst/>
          </a:prstGeom>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
              <a:t>Highway &lt; Intersection</a:t>
            </a:r>
            <a:endParaRPr/>
          </a:p>
        </p:txBody>
      </p:sp>
      <p:sp>
        <p:nvSpPr>
          <p:cNvPr id="794" name="Google Shape;794;p57"/>
          <p:cNvSpPr txBox="1"/>
          <p:nvPr>
            <p:ph idx="16" type="subTitle"/>
          </p:nvPr>
        </p:nvSpPr>
        <p:spPr>
          <a:xfrm>
            <a:off x="1977175" y="3267575"/>
            <a:ext cx="2692500" cy="410100"/>
          </a:xfrm>
          <a:prstGeom prst="rect">
            <a:avLst/>
          </a:prstGeom>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
              <a:t>Highway &lt; Left turn intersection</a:t>
            </a:r>
            <a:endParaRPr/>
          </a:p>
        </p:txBody>
      </p:sp>
      <p:sp>
        <p:nvSpPr>
          <p:cNvPr id="795" name="Google Shape;795;p57"/>
          <p:cNvSpPr txBox="1"/>
          <p:nvPr>
            <p:ph idx="17" type="subTitle"/>
          </p:nvPr>
        </p:nvSpPr>
        <p:spPr>
          <a:xfrm>
            <a:off x="1977175" y="3680025"/>
            <a:ext cx="2692500" cy="410100"/>
          </a:xfrm>
          <a:prstGeom prst="rect">
            <a:avLst/>
          </a:prstGeom>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
              <a:t>Left turn intersection &lt; Merging &lt; Roundabout</a:t>
            </a:r>
            <a:endParaRPr/>
          </a:p>
        </p:txBody>
      </p:sp>
      <p:sp>
        <p:nvSpPr>
          <p:cNvPr id="796" name="Google Shape;796;p57"/>
          <p:cNvSpPr txBox="1"/>
          <p:nvPr>
            <p:ph idx="23" type="subTitle"/>
          </p:nvPr>
        </p:nvSpPr>
        <p:spPr>
          <a:xfrm>
            <a:off x="5029827" y="2031167"/>
            <a:ext cx="3613800" cy="41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900"/>
              <a:t>(Elallid et al., 2024)</a:t>
            </a:r>
            <a:endParaRPr sz="900"/>
          </a:p>
        </p:txBody>
      </p:sp>
      <p:sp>
        <p:nvSpPr>
          <p:cNvPr id="797" name="Google Shape;797;p57"/>
          <p:cNvSpPr txBox="1"/>
          <p:nvPr>
            <p:ph idx="24" type="subTitle"/>
          </p:nvPr>
        </p:nvSpPr>
        <p:spPr>
          <a:xfrm>
            <a:off x="5029827" y="2441417"/>
            <a:ext cx="3613800" cy="41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900"/>
              <a:t>(Yun &amp; Cao, 2024)</a:t>
            </a:r>
            <a:endParaRPr sz="900"/>
          </a:p>
        </p:txBody>
      </p:sp>
      <p:sp>
        <p:nvSpPr>
          <p:cNvPr id="798" name="Google Shape;798;p57"/>
          <p:cNvSpPr txBox="1"/>
          <p:nvPr>
            <p:ph idx="25" type="subTitle"/>
          </p:nvPr>
        </p:nvSpPr>
        <p:spPr>
          <a:xfrm>
            <a:off x="5029827" y="2852767"/>
            <a:ext cx="3613800" cy="41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900"/>
              <a:t>(Prasath A &amp; Navaz K, 2025)</a:t>
            </a:r>
            <a:endParaRPr sz="900"/>
          </a:p>
        </p:txBody>
      </p:sp>
      <p:sp>
        <p:nvSpPr>
          <p:cNvPr id="799" name="Google Shape;799;p57"/>
          <p:cNvSpPr txBox="1"/>
          <p:nvPr>
            <p:ph idx="26" type="subTitle"/>
          </p:nvPr>
        </p:nvSpPr>
        <p:spPr>
          <a:xfrm>
            <a:off x="5029827" y="3267567"/>
            <a:ext cx="3613800" cy="41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900"/>
              <a:t>(Hu et al., 2024)</a:t>
            </a:r>
            <a:endParaRPr sz="900"/>
          </a:p>
        </p:txBody>
      </p:sp>
      <p:sp>
        <p:nvSpPr>
          <p:cNvPr id="800" name="Google Shape;800;p57"/>
          <p:cNvSpPr txBox="1"/>
          <p:nvPr>
            <p:ph idx="27" type="subTitle"/>
          </p:nvPr>
        </p:nvSpPr>
        <p:spPr>
          <a:xfrm>
            <a:off x="5029827" y="3680017"/>
            <a:ext cx="3613800" cy="41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900"/>
              <a:t>(Liu et al., 2024), (Chowdhury et al., 2024)</a:t>
            </a:r>
            <a:endParaRPr sz="900"/>
          </a:p>
          <a:p>
            <a:pPr indent="0" lvl="0" marL="0" rtl="0" algn="l">
              <a:spcBef>
                <a:spcPts val="0"/>
              </a:spcBef>
              <a:spcAft>
                <a:spcPts val="0"/>
              </a:spcAft>
              <a:buNone/>
            </a:pPr>
            <a:r>
              <a:t/>
            </a:r>
            <a:endParaRPr sz="900"/>
          </a:p>
        </p:txBody>
      </p:sp>
      <p:sp>
        <p:nvSpPr>
          <p:cNvPr id="801" name="Google Shape;801;p57"/>
          <p:cNvSpPr txBox="1"/>
          <p:nvPr>
            <p:ph idx="23" type="subTitle"/>
          </p:nvPr>
        </p:nvSpPr>
        <p:spPr>
          <a:xfrm>
            <a:off x="5029826" y="1616367"/>
            <a:ext cx="3613800" cy="41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900"/>
              <a:t>(L. Gao et al., 2025)</a:t>
            </a:r>
            <a:endParaRPr sz="900"/>
          </a:p>
        </p:txBody>
      </p:sp>
      <p:cxnSp>
        <p:nvCxnSpPr>
          <p:cNvPr id="802" name="Google Shape;802;p57"/>
          <p:cNvCxnSpPr/>
          <p:nvPr/>
        </p:nvCxnSpPr>
        <p:spPr>
          <a:xfrm rot="10800000">
            <a:off x="239243" y="1613368"/>
            <a:ext cx="8686800" cy="0"/>
          </a:xfrm>
          <a:prstGeom prst="straightConnector1">
            <a:avLst/>
          </a:prstGeom>
          <a:noFill/>
          <a:ln cap="flat" cmpd="sng" w="9525">
            <a:solidFill>
              <a:schemeClr val="accent3"/>
            </a:solidFill>
            <a:prstDash val="solid"/>
            <a:round/>
            <a:headEnd len="med" w="med" type="none"/>
            <a:tailEnd len="med" w="med" type="none"/>
          </a:ln>
        </p:spPr>
      </p:cxnSp>
      <p:sp>
        <p:nvSpPr>
          <p:cNvPr id="803" name="Google Shape;803;p57"/>
          <p:cNvSpPr txBox="1"/>
          <p:nvPr>
            <p:ph idx="13" type="subTitle"/>
          </p:nvPr>
        </p:nvSpPr>
        <p:spPr>
          <a:xfrm>
            <a:off x="1977175" y="1620050"/>
            <a:ext cx="2692500" cy="410100"/>
          </a:xfrm>
          <a:prstGeom prst="rect">
            <a:avLst/>
          </a:prstGeom>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
              <a:t>Left turn intersection &lt; Merging</a:t>
            </a:r>
            <a:endParaRPr/>
          </a:p>
        </p:txBody>
      </p:sp>
      <p:sp>
        <p:nvSpPr>
          <p:cNvPr id="804" name="Google Shape;804;p57"/>
          <p:cNvSpPr txBox="1"/>
          <p:nvPr>
            <p:ph idx="5" type="subTitle"/>
          </p:nvPr>
        </p:nvSpPr>
        <p:spPr>
          <a:xfrm>
            <a:off x="385125" y="1620980"/>
            <a:ext cx="1503300" cy="410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Equation 1</a:t>
            </a:r>
            <a:endParaRPr/>
          </a:p>
        </p:txBody>
      </p:sp>
      <p:sp>
        <p:nvSpPr>
          <p:cNvPr id="805" name="Google Shape;805;p57"/>
          <p:cNvSpPr txBox="1"/>
          <p:nvPr>
            <p:ph idx="9" type="subTitle"/>
          </p:nvPr>
        </p:nvSpPr>
        <p:spPr>
          <a:xfrm>
            <a:off x="385125" y="4081940"/>
            <a:ext cx="1503300" cy="410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Equation 7</a:t>
            </a:r>
            <a:endParaRPr/>
          </a:p>
        </p:txBody>
      </p:sp>
      <p:cxnSp>
        <p:nvCxnSpPr>
          <p:cNvPr id="806" name="Google Shape;806;p57"/>
          <p:cNvCxnSpPr/>
          <p:nvPr/>
        </p:nvCxnSpPr>
        <p:spPr>
          <a:xfrm rot="10800000">
            <a:off x="229513" y="4080783"/>
            <a:ext cx="8686800" cy="0"/>
          </a:xfrm>
          <a:prstGeom prst="straightConnector1">
            <a:avLst/>
          </a:prstGeom>
          <a:noFill/>
          <a:ln cap="flat" cmpd="sng" w="9525">
            <a:solidFill>
              <a:schemeClr val="accent3"/>
            </a:solidFill>
            <a:prstDash val="solid"/>
            <a:round/>
            <a:headEnd len="med" w="med" type="none"/>
            <a:tailEnd len="med" w="med" type="none"/>
          </a:ln>
        </p:spPr>
      </p:cxnSp>
      <p:sp>
        <p:nvSpPr>
          <p:cNvPr id="807" name="Google Shape;807;p57"/>
          <p:cNvSpPr txBox="1"/>
          <p:nvPr>
            <p:ph idx="17" type="subTitle"/>
          </p:nvPr>
        </p:nvSpPr>
        <p:spPr>
          <a:xfrm>
            <a:off x="2032750" y="4092467"/>
            <a:ext cx="2406300" cy="410100"/>
          </a:xfrm>
          <a:prstGeom prst="rect">
            <a:avLst/>
          </a:prstGeom>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
              <a:t>Highway </a:t>
            </a:r>
            <a:r>
              <a:rPr lang="en"/>
              <a:t>&lt; Left turn intersection &lt; </a:t>
            </a:r>
            <a:r>
              <a:rPr lang="en"/>
              <a:t>Merging</a:t>
            </a:r>
            <a:endParaRPr/>
          </a:p>
        </p:txBody>
      </p:sp>
      <p:sp>
        <p:nvSpPr>
          <p:cNvPr id="808" name="Google Shape;808;p57"/>
          <p:cNvSpPr txBox="1"/>
          <p:nvPr>
            <p:ph idx="27" type="subTitle"/>
          </p:nvPr>
        </p:nvSpPr>
        <p:spPr>
          <a:xfrm>
            <a:off x="5029827" y="4080767"/>
            <a:ext cx="3613800" cy="41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900"/>
              <a:t>(Zhang et al., 2025)</a:t>
            </a:r>
            <a:endParaRPr sz="9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58"/>
          <p:cNvSpPr/>
          <p:nvPr/>
        </p:nvSpPr>
        <p:spPr>
          <a:xfrm>
            <a:off x="229525" y="1059800"/>
            <a:ext cx="8686800" cy="3624000"/>
          </a:xfrm>
          <a:prstGeom prst="snip2DiagRect">
            <a:avLst>
              <a:gd fmla="val 0" name="adj1"/>
              <a:gd fmla="val 13149"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814" name="Google Shape;814;p58"/>
          <p:cNvCxnSpPr/>
          <p:nvPr/>
        </p:nvCxnSpPr>
        <p:spPr>
          <a:xfrm rot="10800000">
            <a:off x="228600" y="2028817"/>
            <a:ext cx="8686800" cy="0"/>
          </a:xfrm>
          <a:prstGeom prst="straightConnector1">
            <a:avLst/>
          </a:prstGeom>
          <a:noFill/>
          <a:ln cap="flat" cmpd="sng" w="9525">
            <a:solidFill>
              <a:schemeClr val="accent3"/>
            </a:solidFill>
            <a:prstDash val="solid"/>
            <a:round/>
            <a:headEnd len="med" w="med" type="none"/>
            <a:tailEnd len="med" w="med" type="none"/>
          </a:ln>
        </p:spPr>
      </p:cxnSp>
      <p:cxnSp>
        <p:nvCxnSpPr>
          <p:cNvPr id="815" name="Google Shape;815;p58"/>
          <p:cNvCxnSpPr/>
          <p:nvPr/>
        </p:nvCxnSpPr>
        <p:spPr>
          <a:xfrm rot="10800000">
            <a:off x="228600" y="2441261"/>
            <a:ext cx="8686800" cy="0"/>
          </a:xfrm>
          <a:prstGeom prst="straightConnector1">
            <a:avLst/>
          </a:prstGeom>
          <a:noFill/>
          <a:ln cap="flat" cmpd="sng" w="9525">
            <a:solidFill>
              <a:schemeClr val="accent3"/>
            </a:solidFill>
            <a:prstDash val="solid"/>
            <a:round/>
            <a:headEnd len="med" w="med" type="none"/>
            <a:tailEnd len="med" w="med" type="none"/>
          </a:ln>
        </p:spPr>
      </p:cxnSp>
      <p:cxnSp>
        <p:nvCxnSpPr>
          <p:cNvPr id="816" name="Google Shape;816;p58"/>
          <p:cNvCxnSpPr/>
          <p:nvPr/>
        </p:nvCxnSpPr>
        <p:spPr>
          <a:xfrm rot="10800000">
            <a:off x="226913" y="2849936"/>
            <a:ext cx="8686800" cy="0"/>
          </a:xfrm>
          <a:prstGeom prst="straightConnector1">
            <a:avLst/>
          </a:prstGeom>
          <a:noFill/>
          <a:ln cap="flat" cmpd="sng" w="9525">
            <a:solidFill>
              <a:schemeClr val="accent3"/>
            </a:solidFill>
            <a:prstDash val="solid"/>
            <a:round/>
            <a:headEnd len="med" w="med" type="none"/>
            <a:tailEnd len="med" w="med" type="none"/>
          </a:ln>
        </p:spPr>
      </p:cxnSp>
      <p:cxnSp>
        <p:nvCxnSpPr>
          <p:cNvPr id="817" name="Google Shape;817;p58"/>
          <p:cNvCxnSpPr/>
          <p:nvPr/>
        </p:nvCxnSpPr>
        <p:spPr>
          <a:xfrm rot="10800000">
            <a:off x="226913" y="3265211"/>
            <a:ext cx="8686800" cy="0"/>
          </a:xfrm>
          <a:prstGeom prst="straightConnector1">
            <a:avLst/>
          </a:prstGeom>
          <a:noFill/>
          <a:ln cap="flat" cmpd="sng" w="9525">
            <a:solidFill>
              <a:schemeClr val="accent3"/>
            </a:solidFill>
            <a:prstDash val="solid"/>
            <a:round/>
            <a:headEnd len="med" w="med" type="none"/>
            <a:tailEnd len="med" w="med" type="none"/>
          </a:ln>
        </p:spPr>
      </p:cxnSp>
      <p:cxnSp>
        <p:nvCxnSpPr>
          <p:cNvPr id="818" name="Google Shape;818;p58"/>
          <p:cNvCxnSpPr/>
          <p:nvPr/>
        </p:nvCxnSpPr>
        <p:spPr>
          <a:xfrm rot="10800000">
            <a:off x="226913" y="3674211"/>
            <a:ext cx="8686800" cy="0"/>
          </a:xfrm>
          <a:prstGeom prst="straightConnector1">
            <a:avLst/>
          </a:prstGeom>
          <a:noFill/>
          <a:ln cap="flat" cmpd="sng" w="9525">
            <a:solidFill>
              <a:schemeClr val="accent3"/>
            </a:solidFill>
            <a:prstDash val="solid"/>
            <a:round/>
            <a:headEnd len="med" w="med" type="none"/>
            <a:tailEnd len="med" w="med" type="none"/>
          </a:ln>
        </p:spPr>
      </p:cxnSp>
      <p:sp>
        <p:nvSpPr>
          <p:cNvPr id="819" name="Google Shape;819;p58"/>
          <p:cNvSpPr txBox="1"/>
          <p:nvPr/>
        </p:nvSpPr>
        <p:spPr>
          <a:xfrm>
            <a:off x="228600" y="4793631"/>
            <a:ext cx="2996100" cy="1758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sz="800">
                <a:solidFill>
                  <a:schemeClr val="lt2"/>
                </a:solidFill>
                <a:latin typeface="Red Hat Display"/>
                <a:ea typeface="Red Hat Display"/>
                <a:cs typeface="Red Hat Display"/>
                <a:sym typeface="Red Hat Display"/>
              </a:rPr>
              <a:t>High-risk scenario risk assessment</a:t>
            </a:r>
            <a:endParaRPr sz="800">
              <a:solidFill>
                <a:schemeClr val="lt2"/>
              </a:solidFill>
              <a:latin typeface="Red Hat Display"/>
              <a:ea typeface="Red Hat Display"/>
              <a:cs typeface="Red Hat Display"/>
              <a:sym typeface="Red Hat Display"/>
            </a:endParaRPr>
          </a:p>
        </p:txBody>
      </p:sp>
      <p:sp>
        <p:nvSpPr>
          <p:cNvPr id="820" name="Google Shape;820;p58"/>
          <p:cNvSpPr txBox="1"/>
          <p:nvPr>
            <p:ph type="title"/>
          </p:nvPr>
        </p:nvSpPr>
        <p:spPr>
          <a:xfrm>
            <a:off x="654025" y="505150"/>
            <a:ext cx="45570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Separate e</a:t>
            </a:r>
            <a:r>
              <a:rPr lang="en"/>
              <a:t>quation 6 and equation 7</a:t>
            </a:r>
            <a:endParaRPr/>
          </a:p>
        </p:txBody>
      </p:sp>
      <p:sp>
        <p:nvSpPr>
          <p:cNvPr id="821" name="Google Shape;821;p58"/>
          <p:cNvSpPr txBox="1"/>
          <p:nvPr>
            <p:ph idx="5" type="subTitle"/>
          </p:nvPr>
        </p:nvSpPr>
        <p:spPr>
          <a:xfrm>
            <a:off x="385125" y="2031167"/>
            <a:ext cx="1503300" cy="410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Equation 6.2</a:t>
            </a:r>
            <a:endParaRPr/>
          </a:p>
        </p:txBody>
      </p:sp>
      <p:sp>
        <p:nvSpPr>
          <p:cNvPr id="822" name="Google Shape;822;p58"/>
          <p:cNvSpPr txBox="1"/>
          <p:nvPr>
            <p:ph idx="6" type="subTitle"/>
          </p:nvPr>
        </p:nvSpPr>
        <p:spPr>
          <a:xfrm>
            <a:off x="385125" y="2441417"/>
            <a:ext cx="1503300" cy="410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Equation 6.3</a:t>
            </a:r>
            <a:endParaRPr/>
          </a:p>
        </p:txBody>
      </p:sp>
      <p:sp>
        <p:nvSpPr>
          <p:cNvPr id="823" name="Google Shape;823;p58"/>
          <p:cNvSpPr txBox="1"/>
          <p:nvPr>
            <p:ph idx="7" type="subTitle"/>
          </p:nvPr>
        </p:nvSpPr>
        <p:spPr>
          <a:xfrm>
            <a:off x="385125" y="2854642"/>
            <a:ext cx="1503300" cy="410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Equation 7</a:t>
            </a:r>
            <a:endParaRPr/>
          </a:p>
        </p:txBody>
      </p:sp>
      <p:sp>
        <p:nvSpPr>
          <p:cNvPr id="824" name="Google Shape;824;p58"/>
          <p:cNvSpPr txBox="1"/>
          <p:nvPr>
            <p:ph idx="8" type="subTitle"/>
          </p:nvPr>
        </p:nvSpPr>
        <p:spPr>
          <a:xfrm>
            <a:off x="385125" y="3260217"/>
            <a:ext cx="1503300" cy="410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Equation 7.1</a:t>
            </a:r>
            <a:endParaRPr/>
          </a:p>
        </p:txBody>
      </p:sp>
      <p:sp>
        <p:nvSpPr>
          <p:cNvPr id="825" name="Google Shape;825;p58"/>
          <p:cNvSpPr txBox="1"/>
          <p:nvPr>
            <p:ph idx="9" type="subTitle"/>
          </p:nvPr>
        </p:nvSpPr>
        <p:spPr>
          <a:xfrm>
            <a:off x="385125" y="3679067"/>
            <a:ext cx="1503300" cy="410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Equation 7.2</a:t>
            </a:r>
            <a:endParaRPr/>
          </a:p>
        </p:txBody>
      </p:sp>
      <p:sp>
        <p:nvSpPr>
          <p:cNvPr id="826" name="Google Shape;826;p58"/>
          <p:cNvSpPr txBox="1"/>
          <p:nvPr>
            <p:ph idx="13" type="subTitle"/>
          </p:nvPr>
        </p:nvSpPr>
        <p:spPr>
          <a:xfrm>
            <a:off x="1977175" y="2031175"/>
            <a:ext cx="2692500" cy="410100"/>
          </a:xfrm>
          <a:prstGeom prst="rect">
            <a:avLst/>
          </a:prstGeom>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
              <a:t>Merging &lt; Roundabout</a:t>
            </a:r>
            <a:endParaRPr/>
          </a:p>
        </p:txBody>
      </p:sp>
      <p:sp>
        <p:nvSpPr>
          <p:cNvPr id="827" name="Google Shape;827;p58"/>
          <p:cNvSpPr txBox="1"/>
          <p:nvPr>
            <p:ph idx="14" type="subTitle"/>
          </p:nvPr>
        </p:nvSpPr>
        <p:spPr>
          <a:xfrm>
            <a:off x="1977175" y="2441425"/>
            <a:ext cx="2692500" cy="410100"/>
          </a:xfrm>
          <a:prstGeom prst="rect">
            <a:avLst/>
          </a:prstGeom>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
              <a:t>Left turn intersection &lt; </a:t>
            </a:r>
            <a:r>
              <a:rPr lang="en"/>
              <a:t>Roundabout</a:t>
            </a:r>
            <a:endParaRPr/>
          </a:p>
        </p:txBody>
      </p:sp>
      <p:sp>
        <p:nvSpPr>
          <p:cNvPr id="828" name="Google Shape;828;p58"/>
          <p:cNvSpPr txBox="1"/>
          <p:nvPr>
            <p:ph idx="15" type="subTitle"/>
          </p:nvPr>
        </p:nvSpPr>
        <p:spPr>
          <a:xfrm>
            <a:off x="1977175" y="2852775"/>
            <a:ext cx="2692500" cy="410100"/>
          </a:xfrm>
          <a:prstGeom prst="rect">
            <a:avLst/>
          </a:prstGeom>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
              <a:t>Highway </a:t>
            </a:r>
            <a:r>
              <a:rPr lang="en"/>
              <a:t>&lt; Left turn intersection &lt; Merging</a:t>
            </a:r>
            <a:endParaRPr/>
          </a:p>
        </p:txBody>
      </p:sp>
      <p:sp>
        <p:nvSpPr>
          <p:cNvPr id="829" name="Google Shape;829;p58"/>
          <p:cNvSpPr txBox="1"/>
          <p:nvPr>
            <p:ph idx="16" type="subTitle"/>
          </p:nvPr>
        </p:nvSpPr>
        <p:spPr>
          <a:xfrm>
            <a:off x="1977175" y="3267575"/>
            <a:ext cx="2692500" cy="410100"/>
          </a:xfrm>
          <a:prstGeom prst="rect">
            <a:avLst/>
          </a:prstGeom>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
              <a:t>Highway &lt; Left turn intersection</a:t>
            </a:r>
            <a:endParaRPr/>
          </a:p>
        </p:txBody>
      </p:sp>
      <p:sp>
        <p:nvSpPr>
          <p:cNvPr id="830" name="Google Shape;830;p58"/>
          <p:cNvSpPr txBox="1"/>
          <p:nvPr>
            <p:ph idx="17" type="subTitle"/>
          </p:nvPr>
        </p:nvSpPr>
        <p:spPr>
          <a:xfrm>
            <a:off x="1977175" y="3680025"/>
            <a:ext cx="2692500" cy="410100"/>
          </a:xfrm>
          <a:prstGeom prst="rect">
            <a:avLst/>
          </a:prstGeom>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
              <a:t>Left turn intersection &lt; Merging</a:t>
            </a:r>
            <a:endParaRPr/>
          </a:p>
        </p:txBody>
      </p:sp>
      <p:sp>
        <p:nvSpPr>
          <p:cNvPr id="831" name="Google Shape;831;p58"/>
          <p:cNvSpPr txBox="1"/>
          <p:nvPr>
            <p:ph idx="23" type="subTitle"/>
          </p:nvPr>
        </p:nvSpPr>
        <p:spPr>
          <a:xfrm>
            <a:off x="5029827" y="2031167"/>
            <a:ext cx="3613800" cy="41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900"/>
              <a:t>(Liu et al., 2024), (Chowdhury et al., 2024)</a:t>
            </a:r>
            <a:endParaRPr sz="900"/>
          </a:p>
        </p:txBody>
      </p:sp>
      <p:sp>
        <p:nvSpPr>
          <p:cNvPr id="832" name="Google Shape;832;p58"/>
          <p:cNvSpPr txBox="1"/>
          <p:nvPr>
            <p:ph idx="24" type="subTitle"/>
          </p:nvPr>
        </p:nvSpPr>
        <p:spPr>
          <a:xfrm>
            <a:off x="5029827" y="2441417"/>
            <a:ext cx="3613800" cy="41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900"/>
              <a:t>(Liu et al., 2024), (Chowdhury et al., 2024)</a:t>
            </a:r>
            <a:endParaRPr sz="900"/>
          </a:p>
        </p:txBody>
      </p:sp>
      <p:sp>
        <p:nvSpPr>
          <p:cNvPr id="833" name="Google Shape;833;p58"/>
          <p:cNvSpPr txBox="1"/>
          <p:nvPr>
            <p:ph idx="25" type="subTitle"/>
          </p:nvPr>
        </p:nvSpPr>
        <p:spPr>
          <a:xfrm>
            <a:off x="5029827" y="2852767"/>
            <a:ext cx="3613800" cy="41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900"/>
              <a:t>(Zhang et al., 2025)</a:t>
            </a:r>
            <a:endParaRPr sz="900"/>
          </a:p>
        </p:txBody>
      </p:sp>
      <p:sp>
        <p:nvSpPr>
          <p:cNvPr id="834" name="Google Shape;834;p58"/>
          <p:cNvSpPr txBox="1"/>
          <p:nvPr>
            <p:ph idx="26" type="subTitle"/>
          </p:nvPr>
        </p:nvSpPr>
        <p:spPr>
          <a:xfrm>
            <a:off x="5029827" y="3267567"/>
            <a:ext cx="3613800" cy="41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900"/>
              <a:t>(Zhang et al., 2025)</a:t>
            </a:r>
            <a:endParaRPr sz="900"/>
          </a:p>
        </p:txBody>
      </p:sp>
      <p:sp>
        <p:nvSpPr>
          <p:cNvPr id="835" name="Google Shape;835;p58"/>
          <p:cNvSpPr txBox="1"/>
          <p:nvPr>
            <p:ph idx="27" type="subTitle"/>
          </p:nvPr>
        </p:nvSpPr>
        <p:spPr>
          <a:xfrm>
            <a:off x="5029827" y="3680042"/>
            <a:ext cx="3613800" cy="41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900"/>
              <a:t>(Zhang et al., 2025)</a:t>
            </a:r>
            <a:endParaRPr sz="900"/>
          </a:p>
          <a:p>
            <a:pPr indent="0" lvl="0" marL="0" rtl="0" algn="l">
              <a:spcBef>
                <a:spcPts val="0"/>
              </a:spcBef>
              <a:spcAft>
                <a:spcPts val="0"/>
              </a:spcAft>
              <a:buNone/>
            </a:pPr>
            <a:r>
              <a:t/>
            </a:r>
            <a:endParaRPr sz="900"/>
          </a:p>
        </p:txBody>
      </p:sp>
      <p:sp>
        <p:nvSpPr>
          <p:cNvPr id="836" name="Google Shape;836;p58"/>
          <p:cNvSpPr txBox="1"/>
          <p:nvPr>
            <p:ph idx="23" type="subTitle"/>
          </p:nvPr>
        </p:nvSpPr>
        <p:spPr>
          <a:xfrm>
            <a:off x="5029826" y="1616367"/>
            <a:ext cx="3613800" cy="41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900"/>
              <a:t>(Liu et al., 2024), (Chowdhury et al., 2024)</a:t>
            </a:r>
            <a:endParaRPr sz="900"/>
          </a:p>
        </p:txBody>
      </p:sp>
      <p:cxnSp>
        <p:nvCxnSpPr>
          <p:cNvPr id="837" name="Google Shape;837;p58"/>
          <p:cNvCxnSpPr/>
          <p:nvPr/>
        </p:nvCxnSpPr>
        <p:spPr>
          <a:xfrm rot="10800000">
            <a:off x="239243" y="1613368"/>
            <a:ext cx="8686800" cy="0"/>
          </a:xfrm>
          <a:prstGeom prst="straightConnector1">
            <a:avLst/>
          </a:prstGeom>
          <a:noFill/>
          <a:ln cap="flat" cmpd="sng" w="9525">
            <a:solidFill>
              <a:schemeClr val="accent3"/>
            </a:solidFill>
            <a:prstDash val="solid"/>
            <a:round/>
            <a:headEnd len="med" w="med" type="none"/>
            <a:tailEnd len="med" w="med" type="none"/>
          </a:ln>
        </p:spPr>
      </p:cxnSp>
      <p:sp>
        <p:nvSpPr>
          <p:cNvPr id="838" name="Google Shape;838;p58"/>
          <p:cNvSpPr txBox="1"/>
          <p:nvPr>
            <p:ph idx="13" type="subTitle"/>
          </p:nvPr>
        </p:nvSpPr>
        <p:spPr>
          <a:xfrm>
            <a:off x="1977175" y="1620050"/>
            <a:ext cx="2692500" cy="410100"/>
          </a:xfrm>
          <a:prstGeom prst="rect">
            <a:avLst/>
          </a:prstGeom>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
              <a:t>Left turn intersection &lt; Merging</a:t>
            </a:r>
            <a:endParaRPr/>
          </a:p>
        </p:txBody>
      </p:sp>
      <p:sp>
        <p:nvSpPr>
          <p:cNvPr id="839" name="Google Shape;839;p58"/>
          <p:cNvSpPr txBox="1"/>
          <p:nvPr>
            <p:ph idx="5" type="subTitle"/>
          </p:nvPr>
        </p:nvSpPr>
        <p:spPr>
          <a:xfrm>
            <a:off x="385125" y="1620980"/>
            <a:ext cx="1503300" cy="410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Equation 6.1</a:t>
            </a:r>
            <a:endParaRPr/>
          </a:p>
        </p:txBody>
      </p:sp>
      <p:sp>
        <p:nvSpPr>
          <p:cNvPr id="840" name="Google Shape;840;p58"/>
          <p:cNvSpPr txBox="1"/>
          <p:nvPr>
            <p:ph idx="9" type="subTitle"/>
          </p:nvPr>
        </p:nvSpPr>
        <p:spPr>
          <a:xfrm>
            <a:off x="385125" y="4081940"/>
            <a:ext cx="1503300" cy="410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Equation 7.3</a:t>
            </a:r>
            <a:endParaRPr/>
          </a:p>
        </p:txBody>
      </p:sp>
      <p:cxnSp>
        <p:nvCxnSpPr>
          <p:cNvPr id="841" name="Google Shape;841;p58"/>
          <p:cNvCxnSpPr/>
          <p:nvPr/>
        </p:nvCxnSpPr>
        <p:spPr>
          <a:xfrm rot="10800000">
            <a:off x="229513" y="4080783"/>
            <a:ext cx="8686800" cy="0"/>
          </a:xfrm>
          <a:prstGeom prst="straightConnector1">
            <a:avLst/>
          </a:prstGeom>
          <a:noFill/>
          <a:ln cap="flat" cmpd="sng" w="9525">
            <a:solidFill>
              <a:schemeClr val="accent3"/>
            </a:solidFill>
            <a:prstDash val="solid"/>
            <a:round/>
            <a:headEnd len="med" w="med" type="none"/>
            <a:tailEnd len="med" w="med" type="none"/>
          </a:ln>
        </p:spPr>
      </p:cxnSp>
      <p:sp>
        <p:nvSpPr>
          <p:cNvPr id="842" name="Google Shape;842;p58"/>
          <p:cNvSpPr txBox="1"/>
          <p:nvPr>
            <p:ph idx="17" type="subTitle"/>
          </p:nvPr>
        </p:nvSpPr>
        <p:spPr>
          <a:xfrm>
            <a:off x="2032750" y="4092467"/>
            <a:ext cx="2406300" cy="410100"/>
          </a:xfrm>
          <a:prstGeom prst="rect">
            <a:avLst/>
          </a:prstGeom>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
              <a:t>Highway &lt; Merging</a:t>
            </a:r>
            <a:endParaRPr/>
          </a:p>
        </p:txBody>
      </p:sp>
      <p:sp>
        <p:nvSpPr>
          <p:cNvPr id="843" name="Google Shape;843;p58"/>
          <p:cNvSpPr txBox="1"/>
          <p:nvPr>
            <p:ph idx="27" type="subTitle"/>
          </p:nvPr>
        </p:nvSpPr>
        <p:spPr>
          <a:xfrm>
            <a:off x="5029827" y="4080767"/>
            <a:ext cx="3613800" cy="41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900"/>
              <a:t>(Zhang et al., 2025)</a:t>
            </a:r>
            <a:endParaRPr sz="900"/>
          </a:p>
        </p:txBody>
      </p:sp>
      <p:sp>
        <p:nvSpPr>
          <p:cNvPr id="844" name="Google Shape;844;p58"/>
          <p:cNvSpPr txBox="1"/>
          <p:nvPr>
            <p:ph idx="23" type="subTitle"/>
          </p:nvPr>
        </p:nvSpPr>
        <p:spPr>
          <a:xfrm>
            <a:off x="5029826" y="1206292"/>
            <a:ext cx="3613800" cy="41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900"/>
              <a:t>(Liu et al., 2024), (Chowdhury et al., 2024)</a:t>
            </a:r>
            <a:endParaRPr sz="900"/>
          </a:p>
        </p:txBody>
      </p:sp>
      <p:sp>
        <p:nvSpPr>
          <p:cNvPr id="845" name="Google Shape;845;p58"/>
          <p:cNvSpPr txBox="1"/>
          <p:nvPr>
            <p:ph idx="13" type="subTitle"/>
          </p:nvPr>
        </p:nvSpPr>
        <p:spPr>
          <a:xfrm>
            <a:off x="1977175" y="1196600"/>
            <a:ext cx="2692500" cy="410100"/>
          </a:xfrm>
          <a:prstGeom prst="rect">
            <a:avLst/>
          </a:prstGeom>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
              <a:t>Left turn intersection &lt; Merging &lt; Roundabout</a:t>
            </a:r>
            <a:endParaRPr/>
          </a:p>
        </p:txBody>
      </p:sp>
      <p:sp>
        <p:nvSpPr>
          <p:cNvPr id="846" name="Google Shape;846;p58"/>
          <p:cNvSpPr txBox="1"/>
          <p:nvPr>
            <p:ph idx="5" type="subTitle"/>
          </p:nvPr>
        </p:nvSpPr>
        <p:spPr>
          <a:xfrm>
            <a:off x="385125" y="1221680"/>
            <a:ext cx="1503300" cy="410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Equation 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59"/>
          <p:cNvSpPr txBox="1"/>
          <p:nvPr/>
        </p:nvSpPr>
        <p:spPr>
          <a:xfrm>
            <a:off x="1806400" y="1158917"/>
            <a:ext cx="1574100" cy="3387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000">
                <a:solidFill>
                  <a:schemeClr val="lt1"/>
                </a:solidFill>
                <a:latin typeface="Lato"/>
                <a:ea typeface="Lato"/>
                <a:cs typeface="Lato"/>
                <a:sym typeface="Lato"/>
              </a:rPr>
              <a:t>Logic Components</a:t>
            </a:r>
            <a:endParaRPr b="1" sz="1000">
              <a:solidFill>
                <a:schemeClr val="lt1"/>
              </a:solidFill>
              <a:latin typeface="Lato"/>
              <a:ea typeface="Lato"/>
              <a:cs typeface="Lato"/>
              <a:sym typeface="Lato"/>
            </a:endParaRPr>
          </a:p>
        </p:txBody>
      </p:sp>
      <p:cxnSp>
        <p:nvCxnSpPr>
          <p:cNvPr id="852" name="Google Shape;852;p59"/>
          <p:cNvCxnSpPr/>
          <p:nvPr/>
        </p:nvCxnSpPr>
        <p:spPr>
          <a:xfrm rot="10800000">
            <a:off x="181650" y="1514304"/>
            <a:ext cx="8686800" cy="0"/>
          </a:xfrm>
          <a:prstGeom prst="straightConnector1">
            <a:avLst/>
          </a:prstGeom>
          <a:noFill/>
          <a:ln cap="flat" cmpd="sng" w="9525">
            <a:solidFill>
              <a:schemeClr val="accent5"/>
            </a:solidFill>
            <a:prstDash val="solid"/>
            <a:round/>
            <a:headEnd len="med" w="med" type="none"/>
            <a:tailEnd len="med" w="med" type="none"/>
          </a:ln>
        </p:spPr>
      </p:cxnSp>
      <p:cxnSp>
        <p:nvCxnSpPr>
          <p:cNvPr id="853" name="Google Shape;853;p59"/>
          <p:cNvCxnSpPr/>
          <p:nvPr/>
        </p:nvCxnSpPr>
        <p:spPr>
          <a:xfrm rot="10800000">
            <a:off x="181650" y="2392526"/>
            <a:ext cx="8686800" cy="0"/>
          </a:xfrm>
          <a:prstGeom prst="straightConnector1">
            <a:avLst/>
          </a:prstGeom>
          <a:noFill/>
          <a:ln cap="flat" cmpd="sng" w="9525">
            <a:solidFill>
              <a:schemeClr val="accent5"/>
            </a:solidFill>
            <a:prstDash val="solid"/>
            <a:round/>
            <a:headEnd len="med" w="med" type="none"/>
            <a:tailEnd len="med" w="med" type="none"/>
          </a:ln>
        </p:spPr>
      </p:cxnSp>
      <p:cxnSp>
        <p:nvCxnSpPr>
          <p:cNvPr id="854" name="Google Shape;854;p59"/>
          <p:cNvCxnSpPr/>
          <p:nvPr/>
        </p:nvCxnSpPr>
        <p:spPr>
          <a:xfrm rot="10800000">
            <a:off x="228600" y="3268141"/>
            <a:ext cx="8686800" cy="0"/>
          </a:xfrm>
          <a:prstGeom prst="straightConnector1">
            <a:avLst/>
          </a:prstGeom>
          <a:noFill/>
          <a:ln cap="flat" cmpd="sng" w="9525">
            <a:solidFill>
              <a:schemeClr val="accent5"/>
            </a:solidFill>
            <a:prstDash val="solid"/>
            <a:round/>
            <a:headEnd len="med" w="med" type="none"/>
            <a:tailEnd len="med" w="med" type="none"/>
          </a:ln>
        </p:spPr>
      </p:cxnSp>
      <p:cxnSp>
        <p:nvCxnSpPr>
          <p:cNvPr id="855" name="Google Shape;855;p59"/>
          <p:cNvCxnSpPr/>
          <p:nvPr/>
        </p:nvCxnSpPr>
        <p:spPr>
          <a:xfrm rot="10800000">
            <a:off x="228600" y="3977760"/>
            <a:ext cx="8686800" cy="0"/>
          </a:xfrm>
          <a:prstGeom prst="straightConnector1">
            <a:avLst/>
          </a:prstGeom>
          <a:noFill/>
          <a:ln cap="flat" cmpd="sng" w="9525">
            <a:solidFill>
              <a:schemeClr val="accent5"/>
            </a:solidFill>
            <a:prstDash val="solid"/>
            <a:round/>
            <a:headEnd len="med" w="med" type="none"/>
            <a:tailEnd len="med" w="med" type="none"/>
          </a:ln>
        </p:spPr>
      </p:cxnSp>
      <p:sp>
        <p:nvSpPr>
          <p:cNvPr id="856" name="Google Shape;856;p59"/>
          <p:cNvSpPr txBox="1"/>
          <p:nvPr/>
        </p:nvSpPr>
        <p:spPr>
          <a:xfrm>
            <a:off x="5593125" y="1158917"/>
            <a:ext cx="1531200" cy="3387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000">
                <a:solidFill>
                  <a:schemeClr val="lt1"/>
                </a:solidFill>
                <a:latin typeface="Lato"/>
                <a:ea typeface="Lato"/>
                <a:cs typeface="Lato"/>
                <a:sym typeface="Lato"/>
              </a:rPr>
              <a:t>Synthesized Hierarchy</a:t>
            </a:r>
            <a:endParaRPr b="1" sz="1000">
              <a:solidFill>
                <a:schemeClr val="lt1"/>
              </a:solidFill>
              <a:latin typeface="Lato"/>
              <a:ea typeface="Lato"/>
              <a:cs typeface="Lato"/>
              <a:sym typeface="Lato"/>
            </a:endParaRPr>
          </a:p>
        </p:txBody>
      </p:sp>
      <p:sp>
        <p:nvSpPr>
          <p:cNvPr id="857" name="Google Shape;857;p59"/>
          <p:cNvSpPr txBox="1"/>
          <p:nvPr/>
        </p:nvSpPr>
        <p:spPr>
          <a:xfrm>
            <a:off x="1687550" y="1610754"/>
            <a:ext cx="2405400" cy="706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Equation 6.3: (I(l) &lt; Rab) + </a:t>
            </a:r>
            <a:endParaRPr sz="12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Equation </a:t>
            </a:r>
            <a:r>
              <a:rPr lang="en" sz="1200">
                <a:solidFill>
                  <a:schemeClr val="lt1"/>
                </a:solidFill>
                <a:latin typeface="Red Hat Display"/>
                <a:ea typeface="Red Hat Display"/>
                <a:cs typeface="Red Hat Display"/>
                <a:sym typeface="Red Hat Display"/>
              </a:rPr>
              <a:t>1 / 6.1</a:t>
            </a:r>
            <a:r>
              <a:rPr lang="en" sz="1200">
                <a:solidFill>
                  <a:schemeClr val="lt1"/>
                </a:solidFill>
                <a:latin typeface="Red Hat Display"/>
                <a:ea typeface="Red Hat Display"/>
                <a:cs typeface="Red Hat Display"/>
                <a:sym typeface="Red Hat Display"/>
              </a:rPr>
              <a:t>: (I(l) &lt; Mrg) + </a:t>
            </a:r>
            <a:endParaRPr sz="12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Equation 6.2: (Mrg &lt; Rab)</a:t>
            </a:r>
            <a:endParaRPr sz="1200">
              <a:solidFill>
                <a:schemeClr val="lt1"/>
              </a:solidFill>
              <a:latin typeface="Red Hat Display"/>
              <a:ea typeface="Red Hat Display"/>
              <a:cs typeface="Red Hat Display"/>
              <a:sym typeface="Red Hat Display"/>
            </a:endParaRPr>
          </a:p>
        </p:txBody>
      </p:sp>
      <p:sp>
        <p:nvSpPr>
          <p:cNvPr id="858" name="Google Shape;858;p59"/>
          <p:cNvSpPr txBox="1"/>
          <p:nvPr/>
        </p:nvSpPr>
        <p:spPr>
          <a:xfrm>
            <a:off x="5431425" y="1684425"/>
            <a:ext cx="2159100" cy="706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Equation 9: I(l) &lt;Mrg &lt; Rab</a:t>
            </a:r>
            <a:endParaRPr sz="1200">
              <a:solidFill>
                <a:schemeClr val="lt1"/>
              </a:solidFill>
              <a:latin typeface="Red Hat Display"/>
              <a:ea typeface="Red Hat Display"/>
              <a:cs typeface="Red Hat Display"/>
              <a:sym typeface="Red Hat Display"/>
            </a:endParaRPr>
          </a:p>
        </p:txBody>
      </p:sp>
      <p:sp>
        <p:nvSpPr>
          <p:cNvPr id="859" name="Google Shape;859;p59"/>
          <p:cNvSpPr txBox="1"/>
          <p:nvPr/>
        </p:nvSpPr>
        <p:spPr>
          <a:xfrm>
            <a:off x="1687550" y="2477109"/>
            <a:ext cx="2599200" cy="706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Equation 4: (H &lt; I) + </a:t>
            </a:r>
            <a:endParaRPr sz="12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Equation 5 / 7.1: (H &lt; I(l)) +</a:t>
            </a:r>
            <a:endParaRPr sz="12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Equation 7.3: (H &lt; Mrg) + </a:t>
            </a:r>
            <a:endParaRPr sz="12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Equation 1 / 6.1: (I(l) &lt; Mrg)</a:t>
            </a:r>
            <a:endParaRPr sz="1200">
              <a:solidFill>
                <a:schemeClr val="lt1"/>
              </a:solidFill>
              <a:latin typeface="Red Hat Display"/>
              <a:ea typeface="Red Hat Display"/>
              <a:cs typeface="Red Hat Display"/>
              <a:sym typeface="Red Hat Display"/>
            </a:endParaRPr>
          </a:p>
        </p:txBody>
      </p:sp>
      <p:sp>
        <p:nvSpPr>
          <p:cNvPr id="860" name="Google Shape;860;p59"/>
          <p:cNvSpPr txBox="1"/>
          <p:nvPr/>
        </p:nvSpPr>
        <p:spPr>
          <a:xfrm>
            <a:off x="5431425" y="2476275"/>
            <a:ext cx="2599200" cy="706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Equation 10: H &lt; ((I(l))/I) &lt; Mrg</a:t>
            </a:r>
            <a:endParaRPr sz="1200">
              <a:solidFill>
                <a:schemeClr val="lt1"/>
              </a:solidFill>
              <a:latin typeface="Red Hat Display"/>
              <a:ea typeface="Red Hat Display"/>
              <a:cs typeface="Red Hat Display"/>
              <a:sym typeface="Red Hat Display"/>
            </a:endParaRPr>
          </a:p>
        </p:txBody>
      </p:sp>
      <p:sp>
        <p:nvSpPr>
          <p:cNvPr id="861" name="Google Shape;861;p59"/>
          <p:cNvSpPr txBox="1"/>
          <p:nvPr/>
        </p:nvSpPr>
        <p:spPr>
          <a:xfrm>
            <a:off x="1687550" y="3270950"/>
            <a:ext cx="2732100" cy="706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Equation 10: (H &lt; (I(l)/I)) &lt; Mrg) + </a:t>
            </a:r>
            <a:endParaRPr sz="12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Equation 9: (I(l)) &lt; Mrg &lt; Rab)</a:t>
            </a:r>
            <a:endParaRPr sz="1200">
              <a:solidFill>
                <a:schemeClr val="lt1"/>
              </a:solidFill>
              <a:latin typeface="Red Hat Display"/>
              <a:ea typeface="Red Hat Display"/>
              <a:cs typeface="Red Hat Display"/>
              <a:sym typeface="Red Hat Display"/>
            </a:endParaRPr>
          </a:p>
        </p:txBody>
      </p:sp>
      <p:sp>
        <p:nvSpPr>
          <p:cNvPr id="862" name="Google Shape;862;p59"/>
          <p:cNvSpPr txBox="1"/>
          <p:nvPr/>
        </p:nvSpPr>
        <p:spPr>
          <a:xfrm>
            <a:off x="5431425" y="3257763"/>
            <a:ext cx="2873100" cy="706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Equation 11: H &lt; (I(l)/I) &lt; Mrg </a:t>
            </a:r>
            <a:r>
              <a:rPr lang="en" sz="1200">
                <a:solidFill>
                  <a:schemeClr val="lt1"/>
                </a:solidFill>
                <a:latin typeface="Red Hat Display"/>
                <a:ea typeface="Red Hat Display"/>
                <a:cs typeface="Red Hat Display"/>
                <a:sym typeface="Red Hat Display"/>
              </a:rPr>
              <a:t>&lt; </a:t>
            </a:r>
            <a:r>
              <a:rPr lang="en" sz="1200">
                <a:solidFill>
                  <a:schemeClr val="lt1"/>
                </a:solidFill>
                <a:latin typeface="Red Hat Display"/>
                <a:ea typeface="Red Hat Display"/>
                <a:cs typeface="Red Hat Display"/>
                <a:sym typeface="Red Hat Display"/>
              </a:rPr>
              <a:t>Rab</a:t>
            </a:r>
            <a:endParaRPr>
              <a:solidFill>
                <a:schemeClr val="lt1"/>
              </a:solidFill>
              <a:latin typeface="Red Hat Display"/>
              <a:ea typeface="Red Hat Display"/>
              <a:cs typeface="Red Hat Display"/>
              <a:sym typeface="Red Hat Display"/>
            </a:endParaRPr>
          </a:p>
        </p:txBody>
      </p:sp>
      <p:grpSp>
        <p:nvGrpSpPr>
          <p:cNvPr id="863" name="Google Shape;863;p59"/>
          <p:cNvGrpSpPr/>
          <p:nvPr/>
        </p:nvGrpSpPr>
        <p:grpSpPr>
          <a:xfrm flipH="1">
            <a:off x="7231564" y="79814"/>
            <a:ext cx="1831025" cy="1512212"/>
            <a:chOff x="7084364" y="227014"/>
            <a:chExt cx="1831025" cy="1512212"/>
          </a:xfrm>
        </p:grpSpPr>
        <p:sp>
          <p:nvSpPr>
            <p:cNvPr id="864" name="Google Shape;864;p59"/>
            <p:cNvSpPr/>
            <p:nvPr/>
          </p:nvSpPr>
          <p:spPr>
            <a:xfrm>
              <a:off x="7084364" y="2270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65" name="Google Shape;865;p59"/>
            <p:cNvSpPr/>
            <p:nvPr/>
          </p:nvSpPr>
          <p:spPr>
            <a:xfrm>
              <a:off x="7430139" y="2344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66" name="Google Shape;866;p59"/>
            <p:cNvSpPr/>
            <p:nvPr/>
          </p:nvSpPr>
          <p:spPr>
            <a:xfrm>
              <a:off x="7781416" y="2344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67" name="Google Shape;867;p59"/>
            <p:cNvSpPr/>
            <p:nvPr/>
          </p:nvSpPr>
          <p:spPr>
            <a:xfrm>
              <a:off x="8133314" y="2526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68" name="Google Shape;868;p59"/>
            <p:cNvSpPr/>
            <p:nvPr/>
          </p:nvSpPr>
          <p:spPr>
            <a:xfrm>
              <a:off x="8480089" y="2626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69" name="Google Shape;869;p59"/>
            <p:cNvSpPr/>
            <p:nvPr/>
          </p:nvSpPr>
          <p:spPr>
            <a:xfrm>
              <a:off x="8850289" y="2959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70" name="Google Shape;870;p59"/>
            <p:cNvSpPr/>
            <p:nvPr/>
          </p:nvSpPr>
          <p:spPr>
            <a:xfrm>
              <a:off x="7107164" y="5698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71" name="Google Shape;871;p59"/>
            <p:cNvSpPr/>
            <p:nvPr/>
          </p:nvSpPr>
          <p:spPr>
            <a:xfrm>
              <a:off x="7449241" y="5750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72" name="Google Shape;872;p59"/>
            <p:cNvSpPr/>
            <p:nvPr/>
          </p:nvSpPr>
          <p:spPr>
            <a:xfrm>
              <a:off x="7796668" y="5839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73" name="Google Shape;873;p59"/>
            <p:cNvSpPr/>
            <p:nvPr/>
          </p:nvSpPr>
          <p:spPr>
            <a:xfrm>
              <a:off x="8144315" y="5975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74" name="Google Shape;874;p59"/>
            <p:cNvSpPr/>
            <p:nvPr/>
          </p:nvSpPr>
          <p:spPr>
            <a:xfrm>
              <a:off x="8500688" y="6172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75" name="Google Shape;875;p59"/>
            <p:cNvSpPr/>
            <p:nvPr/>
          </p:nvSpPr>
          <p:spPr>
            <a:xfrm>
              <a:off x="8866689" y="6470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76" name="Google Shape;876;p59"/>
            <p:cNvSpPr/>
            <p:nvPr/>
          </p:nvSpPr>
          <p:spPr>
            <a:xfrm>
              <a:off x="7472245" y="9228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77" name="Google Shape;877;p59"/>
            <p:cNvSpPr/>
            <p:nvPr/>
          </p:nvSpPr>
          <p:spPr>
            <a:xfrm>
              <a:off x="7127999" y="9126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78" name="Google Shape;878;p59"/>
            <p:cNvSpPr/>
            <p:nvPr/>
          </p:nvSpPr>
          <p:spPr>
            <a:xfrm>
              <a:off x="7815729" y="9312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79" name="Google Shape;879;p59"/>
            <p:cNvSpPr/>
            <p:nvPr/>
          </p:nvSpPr>
          <p:spPr>
            <a:xfrm>
              <a:off x="8173202" y="9517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80" name="Google Shape;880;p59"/>
            <p:cNvSpPr/>
            <p:nvPr/>
          </p:nvSpPr>
          <p:spPr>
            <a:xfrm>
              <a:off x="8519627" y="9714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81" name="Google Shape;881;p59"/>
            <p:cNvSpPr/>
            <p:nvPr/>
          </p:nvSpPr>
          <p:spPr>
            <a:xfrm>
              <a:off x="7493429" y="12693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82" name="Google Shape;882;p59"/>
            <p:cNvSpPr/>
            <p:nvPr/>
          </p:nvSpPr>
          <p:spPr>
            <a:xfrm>
              <a:off x="7143295" y="12625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83" name="Google Shape;883;p59"/>
            <p:cNvSpPr/>
            <p:nvPr/>
          </p:nvSpPr>
          <p:spPr>
            <a:xfrm>
              <a:off x="7842920" y="12915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84" name="Google Shape;884;p59"/>
            <p:cNvSpPr/>
            <p:nvPr/>
          </p:nvSpPr>
          <p:spPr>
            <a:xfrm>
              <a:off x="8200777" y="13081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85" name="Google Shape;885;p59"/>
            <p:cNvSpPr/>
            <p:nvPr/>
          </p:nvSpPr>
          <p:spPr>
            <a:xfrm>
              <a:off x="7182739" y="16312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86" name="Google Shape;886;p59"/>
            <p:cNvSpPr/>
            <p:nvPr/>
          </p:nvSpPr>
          <p:spPr>
            <a:xfrm>
              <a:off x="7525389" y="16333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87" name="Google Shape;887;p59"/>
            <p:cNvSpPr/>
            <p:nvPr/>
          </p:nvSpPr>
          <p:spPr>
            <a:xfrm>
              <a:off x="7880086" y="16557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888" name="Google Shape;888;p59"/>
          <p:cNvSpPr txBox="1"/>
          <p:nvPr>
            <p:ph type="title"/>
          </p:nvPr>
        </p:nvSpPr>
        <p:spPr>
          <a:xfrm>
            <a:off x="228600" y="420025"/>
            <a:ext cx="4296300" cy="7389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Logic Synthesis of Driving Scenario Complexity Hierarchies</a:t>
            </a:r>
            <a:endParaRPr/>
          </a:p>
        </p:txBody>
      </p:sp>
      <p:sp>
        <p:nvSpPr>
          <p:cNvPr id="889" name="Google Shape;889;p59"/>
          <p:cNvSpPr txBox="1"/>
          <p:nvPr/>
        </p:nvSpPr>
        <p:spPr>
          <a:xfrm>
            <a:off x="228600" y="4793631"/>
            <a:ext cx="2996100" cy="1758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sz="800">
                <a:solidFill>
                  <a:schemeClr val="lt2"/>
                </a:solidFill>
                <a:latin typeface="Red Hat Display"/>
                <a:ea typeface="Red Hat Display"/>
                <a:cs typeface="Red Hat Display"/>
                <a:sym typeface="Red Hat Display"/>
              </a:rPr>
              <a:t>High-risk scenario risk assessment</a:t>
            </a:r>
            <a:endParaRPr sz="800">
              <a:solidFill>
                <a:schemeClr val="lt2"/>
              </a:solidFill>
              <a:latin typeface="Red Hat Display"/>
              <a:ea typeface="Red Hat Display"/>
              <a:cs typeface="Red Hat Display"/>
              <a:sym typeface="Red Hat Display"/>
            </a:endParaRPr>
          </a:p>
        </p:txBody>
      </p:sp>
      <p:sp>
        <p:nvSpPr>
          <p:cNvPr id="890" name="Google Shape;890;p59"/>
          <p:cNvSpPr txBox="1"/>
          <p:nvPr/>
        </p:nvSpPr>
        <p:spPr>
          <a:xfrm>
            <a:off x="1687550" y="3974500"/>
            <a:ext cx="3349500" cy="706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Equation 11: (H &lt; (I(l)/I) &lt; Mrg &lt; Rab) + Equation 2: (Rab &lt; I(r)) + </a:t>
            </a:r>
            <a:endParaRPr sz="12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Equation 3: (Rab &lt; I)</a:t>
            </a:r>
            <a:endParaRPr sz="1200">
              <a:solidFill>
                <a:schemeClr val="lt1"/>
              </a:solidFill>
              <a:latin typeface="Red Hat Display"/>
              <a:ea typeface="Red Hat Display"/>
              <a:cs typeface="Red Hat Display"/>
              <a:sym typeface="Red Hat Display"/>
            </a:endParaRPr>
          </a:p>
        </p:txBody>
      </p:sp>
      <p:sp>
        <p:nvSpPr>
          <p:cNvPr id="891" name="Google Shape;891;p59"/>
          <p:cNvSpPr txBox="1"/>
          <p:nvPr/>
        </p:nvSpPr>
        <p:spPr>
          <a:xfrm>
            <a:off x="5431425" y="3974500"/>
            <a:ext cx="3349500" cy="706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Equation 12: H &lt; (I(l)/I) &lt; Mrg &lt; Rab &lt; (I(r)/I)</a:t>
            </a:r>
            <a:endParaRPr sz="1200">
              <a:solidFill>
                <a:schemeClr val="lt1"/>
              </a:solidFill>
              <a:latin typeface="Red Hat Display"/>
              <a:ea typeface="Red Hat Display"/>
              <a:cs typeface="Red Hat Display"/>
              <a:sym typeface="Red Hat Display"/>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cxnSp>
        <p:nvCxnSpPr>
          <p:cNvPr id="896" name="Google Shape;896;p60"/>
          <p:cNvCxnSpPr/>
          <p:nvPr/>
        </p:nvCxnSpPr>
        <p:spPr>
          <a:xfrm flipH="1">
            <a:off x="4527563" y="3423304"/>
            <a:ext cx="227100" cy="330000"/>
          </a:xfrm>
          <a:prstGeom prst="straightConnector1">
            <a:avLst/>
          </a:prstGeom>
          <a:noFill/>
          <a:ln cap="flat" cmpd="sng" w="9525">
            <a:solidFill>
              <a:schemeClr val="accent5"/>
            </a:solidFill>
            <a:prstDash val="solid"/>
            <a:round/>
            <a:headEnd len="med" w="med" type="none"/>
            <a:tailEnd len="med" w="med" type="none"/>
          </a:ln>
        </p:spPr>
      </p:cxnSp>
      <p:cxnSp>
        <p:nvCxnSpPr>
          <p:cNvPr id="897" name="Google Shape;897;p60"/>
          <p:cNvCxnSpPr/>
          <p:nvPr/>
        </p:nvCxnSpPr>
        <p:spPr>
          <a:xfrm flipH="1">
            <a:off x="4530038" y="1340754"/>
            <a:ext cx="226200" cy="322200"/>
          </a:xfrm>
          <a:prstGeom prst="straightConnector1">
            <a:avLst/>
          </a:prstGeom>
          <a:noFill/>
          <a:ln cap="flat" cmpd="sng" w="9525">
            <a:solidFill>
              <a:schemeClr val="accent5"/>
            </a:solidFill>
            <a:prstDash val="solid"/>
            <a:round/>
            <a:headEnd len="med" w="med" type="none"/>
            <a:tailEnd len="med" w="med" type="none"/>
          </a:ln>
        </p:spPr>
      </p:cxnSp>
      <p:cxnSp>
        <p:nvCxnSpPr>
          <p:cNvPr id="898" name="Google Shape;898;p60"/>
          <p:cNvCxnSpPr/>
          <p:nvPr/>
        </p:nvCxnSpPr>
        <p:spPr>
          <a:xfrm flipH="1">
            <a:off x="6729263" y="3423304"/>
            <a:ext cx="227100" cy="330000"/>
          </a:xfrm>
          <a:prstGeom prst="straightConnector1">
            <a:avLst/>
          </a:prstGeom>
          <a:noFill/>
          <a:ln cap="flat" cmpd="sng" w="9525">
            <a:solidFill>
              <a:schemeClr val="accent5"/>
            </a:solidFill>
            <a:prstDash val="solid"/>
            <a:round/>
            <a:headEnd len="med" w="med" type="none"/>
            <a:tailEnd len="med" w="med" type="none"/>
          </a:ln>
        </p:spPr>
      </p:cxnSp>
      <p:cxnSp>
        <p:nvCxnSpPr>
          <p:cNvPr id="899" name="Google Shape;899;p60"/>
          <p:cNvCxnSpPr/>
          <p:nvPr/>
        </p:nvCxnSpPr>
        <p:spPr>
          <a:xfrm flipH="1">
            <a:off x="6731738" y="1340754"/>
            <a:ext cx="226200" cy="322200"/>
          </a:xfrm>
          <a:prstGeom prst="straightConnector1">
            <a:avLst/>
          </a:prstGeom>
          <a:noFill/>
          <a:ln cap="flat" cmpd="sng" w="9525">
            <a:solidFill>
              <a:schemeClr val="accent5"/>
            </a:solidFill>
            <a:prstDash val="solid"/>
            <a:round/>
            <a:headEnd len="med" w="med" type="none"/>
            <a:tailEnd len="med" w="med" type="none"/>
          </a:ln>
        </p:spPr>
      </p:cxnSp>
      <p:cxnSp>
        <p:nvCxnSpPr>
          <p:cNvPr id="900" name="Google Shape;900;p60"/>
          <p:cNvCxnSpPr/>
          <p:nvPr/>
        </p:nvCxnSpPr>
        <p:spPr>
          <a:xfrm flipH="1">
            <a:off x="2329675" y="3423304"/>
            <a:ext cx="227100" cy="330000"/>
          </a:xfrm>
          <a:prstGeom prst="straightConnector1">
            <a:avLst/>
          </a:prstGeom>
          <a:noFill/>
          <a:ln cap="flat" cmpd="sng" w="9525">
            <a:solidFill>
              <a:schemeClr val="accent5"/>
            </a:solidFill>
            <a:prstDash val="solid"/>
            <a:round/>
            <a:headEnd len="med" w="med" type="none"/>
            <a:tailEnd len="med" w="med" type="none"/>
          </a:ln>
        </p:spPr>
      </p:cxnSp>
      <p:cxnSp>
        <p:nvCxnSpPr>
          <p:cNvPr id="901" name="Google Shape;901;p60"/>
          <p:cNvCxnSpPr/>
          <p:nvPr/>
        </p:nvCxnSpPr>
        <p:spPr>
          <a:xfrm flipH="1">
            <a:off x="2332150" y="1340754"/>
            <a:ext cx="226200" cy="322200"/>
          </a:xfrm>
          <a:prstGeom prst="straightConnector1">
            <a:avLst/>
          </a:prstGeom>
          <a:noFill/>
          <a:ln cap="flat" cmpd="sng" w="9525">
            <a:solidFill>
              <a:schemeClr val="accent5"/>
            </a:solidFill>
            <a:prstDash val="solid"/>
            <a:round/>
            <a:headEnd len="med" w="med" type="none"/>
            <a:tailEnd len="med" w="med" type="none"/>
          </a:ln>
        </p:spPr>
      </p:cxnSp>
      <p:sp>
        <p:nvSpPr>
          <p:cNvPr id="902" name="Google Shape;902;p60"/>
          <p:cNvSpPr/>
          <p:nvPr/>
        </p:nvSpPr>
        <p:spPr>
          <a:xfrm>
            <a:off x="363950" y="1337349"/>
            <a:ext cx="1965900" cy="3346500"/>
          </a:xfrm>
          <a:prstGeom prst="snip2DiagRect">
            <a:avLst>
              <a:gd fmla="val 0" name="adj1"/>
              <a:gd fmla="val 16667" name="adj2"/>
            </a:avLst>
          </a:prstGeom>
          <a:solidFill>
            <a:schemeClr val="accent5"/>
          </a:solidFill>
          <a:ln cap="flat" cmpd="sng" w="9525">
            <a:solidFill>
              <a:schemeClr val="accent5"/>
            </a:solidFill>
            <a:prstDash val="solid"/>
            <a:round/>
            <a:headEnd len="sm" w="sm" type="none"/>
            <a:tailEnd len="sm" w="sm" type="none"/>
          </a:ln>
        </p:spPr>
        <p:txBody>
          <a:bodyPr anchorCtr="0" anchor="t" bIns="91425" lIns="45700" spcFirstLastPara="1" rIns="45700" wrap="square" tIns="91425">
            <a:noAutofit/>
          </a:bodyPr>
          <a:lstStyle/>
          <a:p>
            <a:pPr indent="0" lvl="0" marL="0" marR="2700" rtl="0" algn="l">
              <a:lnSpc>
                <a:spcPct val="115000"/>
              </a:lnSpc>
              <a:spcBef>
                <a:spcPts val="0"/>
              </a:spcBef>
              <a:spcAft>
                <a:spcPts val="0"/>
              </a:spcAft>
              <a:buNone/>
            </a:pPr>
            <a:r>
              <a:t/>
            </a:r>
            <a:endParaRPr sz="1300">
              <a:solidFill>
                <a:schemeClr val="lt1"/>
              </a:solidFill>
              <a:latin typeface="Red Hat Display"/>
              <a:ea typeface="Red Hat Display"/>
              <a:cs typeface="Red Hat Display"/>
              <a:sym typeface="Red Hat Display"/>
            </a:endParaRPr>
          </a:p>
        </p:txBody>
      </p:sp>
      <p:sp>
        <p:nvSpPr>
          <p:cNvPr id="903" name="Google Shape;903;p60"/>
          <p:cNvSpPr/>
          <p:nvPr/>
        </p:nvSpPr>
        <p:spPr>
          <a:xfrm>
            <a:off x="229524" y="1059604"/>
            <a:ext cx="1776300" cy="276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904" name="Google Shape;904;p60"/>
          <p:cNvSpPr/>
          <p:nvPr/>
        </p:nvSpPr>
        <p:spPr>
          <a:xfrm>
            <a:off x="2558125" y="1337349"/>
            <a:ext cx="1965900" cy="3346500"/>
          </a:xfrm>
          <a:prstGeom prst="snip2DiagRect">
            <a:avLst>
              <a:gd fmla="val 0" name="adj1"/>
              <a:gd fmla="val 16667" name="adj2"/>
            </a:avLst>
          </a:prstGeom>
          <a:solidFill>
            <a:schemeClr val="accent5"/>
          </a:solidFill>
          <a:ln cap="flat" cmpd="sng" w="9525">
            <a:solidFill>
              <a:schemeClr val="accent5"/>
            </a:solidFill>
            <a:prstDash val="solid"/>
            <a:round/>
            <a:headEnd len="sm" w="sm" type="none"/>
            <a:tailEnd len="sm" w="sm" type="none"/>
          </a:ln>
        </p:spPr>
        <p:txBody>
          <a:bodyPr anchorCtr="0" anchor="t" bIns="91425" lIns="45700" spcFirstLastPara="1" rIns="45700" wrap="square" tIns="91425">
            <a:noAutofit/>
          </a:bodyPr>
          <a:lstStyle/>
          <a:p>
            <a:pPr indent="0" lvl="0" marL="0" marR="2700" rtl="0" algn="l">
              <a:lnSpc>
                <a:spcPct val="115000"/>
              </a:lnSpc>
              <a:spcBef>
                <a:spcPts val="0"/>
              </a:spcBef>
              <a:spcAft>
                <a:spcPts val="0"/>
              </a:spcAft>
              <a:buNone/>
            </a:pPr>
            <a:r>
              <a:t/>
            </a:r>
            <a:endParaRPr sz="1300">
              <a:solidFill>
                <a:schemeClr val="lt1"/>
              </a:solidFill>
              <a:latin typeface="Red Hat Display"/>
              <a:ea typeface="Red Hat Display"/>
              <a:cs typeface="Red Hat Display"/>
              <a:sym typeface="Red Hat Display"/>
            </a:endParaRPr>
          </a:p>
        </p:txBody>
      </p:sp>
      <p:sp>
        <p:nvSpPr>
          <p:cNvPr id="905" name="Google Shape;905;p60"/>
          <p:cNvSpPr/>
          <p:nvPr/>
        </p:nvSpPr>
        <p:spPr>
          <a:xfrm>
            <a:off x="2423699" y="1059604"/>
            <a:ext cx="1776300" cy="276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906" name="Google Shape;906;p60"/>
          <p:cNvSpPr/>
          <p:nvPr/>
        </p:nvSpPr>
        <p:spPr>
          <a:xfrm>
            <a:off x="4759850" y="1337349"/>
            <a:ext cx="1965900" cy="3346500"/>
          </a:xfrm>
          <a:prstGeom prst="snip2DiagRect">
            <a:avLst>
              <a:gd fmla="val 0" name="adj1"/>
              <a:gd fmla="val 16667" name="adj2"/>
            </a:avLst>
          </a:prstGeom>
          <a:solidFill>
            <a:schemeClr val="accent5"/>
          </a:solidFill>
          <a:ln cap="flat" cmpd="sng" w="9525">
            <a:solidFill>
              <a:schemeClr val="accent5"/>
            </a:solidFill>
            <a:prstDash val="solid"/>
            <a:round/>
            <a:headEnd len="sm" w="sm" type="none"/>
            <a:tailEnd len="sm" w="sm" type="none"/>
          </a:ln>
        </p:spPr>
        <p:txBody>
          <a:bodyPr anchorCtr="0" anchor="t" bIns="91425" lIns="45700" spcFirstLastPara="1" rIns="45700" wrap="square" tIns="91425">
            <a:noAutofit/>
          </a:bodyPr>
          <a:lstStyle/>
          <a:p>
            <a:pPr indent="0" lvl="0" marL="0" rtl="0" algn="l">
              <a:lnSpc>
                <a:spcPct val="115000"/>
              </a:lnSpc>
              <a:spcBef>
                <a:spcPts val="0"/>
              </a:spcBef>
              <a:spcAft>
                <a:spcPts val="0"/>
              </a:spcAft>
              <a:buNone/>
            </a:pPr>
            <a:r>
              <a:t/>
            </a:r>
            <a:endParaRPr sz="800">
              <a:solidFill>
                <a:schemeClr val="lt1"/>
              </a:solidFill>
              <a:latin typeface="Red Hat Display"/>
              <a:ea typeface="Red Hat Display"/>
              <a:cs typeface="Red Hat Display"/>
              <a:sym typeface="Red Hat Display"/>
            </a:endParaRPr>
          </a:p>
          <a:p>
            <a:pPr indent="0" lvl="0" marL="0" marR="2700" rtl="0" algn="l">
              <a:lnSpc>
                <a:spcPct val="115000"/>
              </a:lnSpc>
              <a:spcBef>
                <a:spcPts val="0"/>
              </a:spcBef>
              <a:spcAft>
                <a:spcPts val="0"/>
              </a:spcAft>
              <a:buNone/>
            </a:pPr>
            <a:r>
              <a:t/>
            </a:r>
            <a:endParaRPr sz="800">
              <a:solidFill>
                <a:schemeClr val="lt1"/>
              </a:solidFill>
              <a:latin typeface="Red Hat Display"/>
              <a:ea typeface="Red Hat Display"/>
              <a:cs typeface="Red Hat Display"/>
              <a:sym typeface="Red Hat Display"/>
            </a:endParaRPr>
          </a:p>
        </p:txBody>
      </p:sp>
      <p:sp>
        <p:nvSpPr>
          <p:cNvPr id="907" name="Google Shape;907;p60"/>
          <p:cNvSpPr/>
          <p:nvPr/>
        </p:nvSpPr>
        <p:spPr>
          <a:xfrm>
            <a:off x="4625434" y="1059604"/>
            <a:ext cx="1776300" cy="276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908" name="Google Shape;908;p60"/>
          <p:cNvSpPr/>
          <p:nvPr/>
        </p:nvSpPr>
        <p:spPr>
          <a:xfrm>
            <a:off x="6952350" y="1337349"/>
            <a:ext cx="1965900" cy="3346500"/>
          </a:xfrm>
          <a:prstGeom prst="snip2DiagRect">
            <a:avLst>
              <a:gd fmla="val 0" name="adj1"/>
              <a:gd fmla="val 16667" name="adj2"/>
            </a:avLst>
          </a:prstGeom>
          <a:solidFill>
            <a:schemeClr val="accent5"/>
          </a:solidFill>
          <a:ln cap="flat" cmpd="sng" w="9525">
            <a:solidFill>
              <a:schemeClr val="accent5"/>
            </a:solidFill>
            <a:prstDash val="solid"/>
            <a:round/>
            <a:headEnd len="sm" w="sm" type="none"/>
            <a:tailEnd len="sm" w="sm" type="none"/>
          </a:ln>
        </p:spPr>
        <p:txBody>
          <a:bodyPr anchorCtr="0" anchor="t" bIns="91425" lIns="45700" spcFirstLastPara="1" rIns="45700" wrap="square" tIns="91425">
            <a:noAutofit/>
          </a:bodyPr>
          <a:lstStyle/>
          <a:p>
            <a:pPr indent="0" lvl="0" marL="0" rtl="0" algn="l">
              <a:lnSpc>
                <a:spcPct val="115000"/>
              </a:lnSpc>
              <a:spcBef>
                <a:spcPts val="0"/>
              </a:spcBef>
              <a:spcAft>
                <a:spcPts val="0"/>
              </a:spcAft>
              <a:buNone/>
            </a:pPr>
            <a:r>
              <a:t/>
            </a:r>
            <a:endParaRPr sz="800">
              <a:solidFill>
                <a:schemeClr val="lt1"/>
              </a:solidFill>
              <a:latin typeface="Red Hat Display"/>
              <a:ea typeface="Red Hat Display"/>
              <a:cs typeface="Red Hat Display"/>
              <a:sym typeface="Red Hat Display"/>
            </a:endParaRPr>
          </a:p>
          <a:p>
            <a:pPr indent="0" lvl="0" marL="0" marR="2700" rtl="0" algn="l">
              <a:lnSpc>
                <a:spcPct val="115000"/>
              </a:lnSpc>
              <a:spcBef>
                <a:spcPts val="0"/>
              </a:spcBef>
              <a:spcAft>
                <a:spcPts val="0"/>
              </a:spcAft>
              <a:buNone/>
            </a:pPr>
            <a:r>
              <a:t/>
            </a:r>
            <a:endParaRPr sz="800">
              <a:solidFill>
                <a:schemeClr val="lt1"/>
              </a:solidFill>
              <a:latin typeface="Red Hat Display"/>
              <a:ea typeface="Red Hat Display"/>
              <a:cs typeface="Red Hat Display"/>
              <a:sym typeface="Red Hat Display"/>
            </a:endParaRPr>
          </a:p>
        </p:txBody>
      </p:sp>
      <p:sp>
        <p:nvSpPr>
          <p:cNvPr id="909" name="Google Shape;909;p60"/>
          <p:cNvSpPr/>
          <p:nvPr/>
        </p:nvSpPr>
        <p:spPr>
          <a:xfrm>
            <a:off x="6817928" y="1059604"/>
            <a:ext cx="1776300" cy="276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cxnSp>
        <p:nvCxnSpPr>
          <p:cNvPr id="910" name="Google Shape;910;p60"/>
          <p:cNvCxnSpPr/>
          <p:nvPr/>
        </p:nvCxnSpPr>
        <p:spPr>
          <a:xfrm flipH="1">
            <a:off x="67" y="3423304"/>
            <a:ext cx="357900" cy="330000"/>
          </a:xfrm>
          <a:prstGeom prst="straightConnector1">
            <a:avLst/>
          </a:prstGeom>
          <a:noFill/>
          <a:ln cap="flat" cmpd="sng" w="9525">
            <a:solidFill>
              <a:schemeClr val="accent5"/>
            </a:solidFill>
            <a:prstDash val="solid"/>
            <a:round/>
            <a:headEnd len="med" w="med" type="none"/>
            <a:tailEnd len="med" w="med" type="none"/>
          </a:ln>
        </p:spPr>
      </p:cxnSp>
      <p:cxnSp>
        <p:nvCxnSpPr>
          <p:cNvPr id="911" name="Google Shape;911;p60"/>
          <p:cNvCxnSpPr/>
          <p:nvPr/>
        </p:nvCxnSpPr>
        <p:spPr>
          <a:xfrm flipH="1">
            <a:off x="4050" y="1340754"/>
            <a:ext cx="356400" cy="322200"/>
          </a:xfrm>
          <a:prstGeom prst="straightConnector1">
            <a:avLst/>
          </a:prstGeom>
          <a:noFill/>
          <a:ln cap="flat" cmpd="sng" w="9525">
            <a:solidFill>
              <a:schemeClr val="accent5"/>
            </a:solidFill>
            <a:prstDash val="solid"/>
            <a:round/>
            <a:headEnd len="med" w="med" type="none"/>
            <a:tailEnd len="med" w="med" type="none"/>
          </a:ln>
        </p:spPr>
      </p:cxnSp>
      <p:cxnSp>
        <p:nvCxnSpPr>
          <p:cNvPr id="912" name="Google Shape;912;p60"/>
          <p:cNvCxnSpPr/>
          <p:nvPr/>
        </p:nvCxnSpPr>
        <p:spPr>
          <a:xfrm flipH="1">
            <a:off x="8933383" y="3423304"/>
            <a:ext cx="225600" cy="330000"/>
          </a:xfrm>
          <a:prstGeom prst="straightConnector1">
            <a:avLst/>
          </a:prstGeom>
          <a:noFill/>
          <a:ln cap="flat" cmpd="sng" w="9525">
            <a:solidFill>
              <a:schemeClr val="accent5"/>
            </a:solidFill>
            <a:prstDash val="solid"/>
            <a:round/>
            <a:headEnd len="med" w="med" type="none"/>
            <a:tailEnd len="med" w="med" type="none"/>
          </a:ln>
        </p:spPr>
      </p:cxnSp>
      <p:cxnSp>
        <p:nvCxnSpPr>
          <p:cNvPr id="913" name="Google Shape;913;p60"/>
          <p:cNvCxnSpPr/>
          <p:nvPr/>
        </p:nvCxnSpPr>
        <p:spPr>
          <a:xfrm flipH="1">
            <a:off x="8935847" y="1340754"/>
            <a:ext cx="224700" cy="322200"/>
          </a:xfrm>
          <a:prstGeom prst="straightConnector1">
            <a:avLst/>
          </a:prstGeom>
          <a:noFill/>
          <a:ln cap="flat" cmpd="sng" w="9525">
            <a:solidFill>
              <a:schemeClr val="accent5"/>
            </a:solidFill>
            <a:prstDash val="solid"/>
            <a:round/>
            <a:headEnd len="med" w="med" type="none"/>
            <a:tailEnd len="med" w="med" type="none"/>
          </a:ln>
        </p:spPr>
      </p:cxnSp>
      <p:sp>
        <p:nvSpPr>
          <p:cNvPr id="914" name="Google Shape;914;p60"/>
          <p:cNvSpPr txBox="1"/>
          <p:nvPr>
            <p:ph type="title"/>
          </p:nvPr>
        </p:nvSpPr>
        <p:spPr>
          <a:xfrm>
            <a:off x="621700" y="210308"/>
            <a:ext cx="4707900" cy="800400"/>
          </a:xfrm>
          <a:prstGeom prst="rect">
            <a:avLst/>
          </a:prstGeom>
        </p:spPr>
        <p:txBody>
          <a:bodyPr anchorCtr="0" anchor="t" bIns="91425" lIns="0" spcFirstLastPara="1" rIns="91425" wrap="square" tIns="91425">
            <a:spAutoFit/>
          </a:bodyPr>
          <a:lstStyle/>
          <a:p>
            <a:pPr indent="0" lvl="0" marL="0" rtl="0" algn="l">
              <a:lnSpc>
                <a:spcPct val="100000"/>
              </a:lnSpc>
              <a:spcBef>
                <a:spcPts val="0"/>
              </a:spcBef>
              <a:spcAft>
                <a:spcPts val="0"/>
              </a:spcAft>
              <a:buNone/>
            </a:pPr>
            <a:r>
              <a:rPr lang="en"/>
              <a:t>Transformer Architectures in Autonomous Driving</a:t>
            </a:r>
            <a:endParaRPr sz="100"/>
          </a:p>
        </p:txBody>
      </p:sp>
      <p:sp>
        <p:nvSpPr>
          <p:cNvPr id="915" name="Google Shape;915;p60"/>
          <p:cNvSpPr txBox="1"/>
          <p:nvPr>
            <p:ph idx="1" type="subTitle"/>
          </p:nvPr>
        </p:nvSpPr>
        <p:spPr>
          <a:xfrm>
            <a:off x="229525" y="1052554"/>
            <a:ext cx="1776300" cy="290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sz="1100"/>
              <a:t>Vision Transformer</a:t>
            </a:r>
            <a:endParaRPr sz="1100"/>
          </a:p>
        </p:txBody>
      </p:sp>
      <p:sp>
        <p:nvSpPr>
          <p:cNvPr id="916" name="Google Shape;916;p60"/>
          <p:cNvSpPr txBox="1"/>
          <p:nvPr>
            <p:ph idx="2" type="subTitle"/>
          </p:nvPr>
        </p:nvSpPr>
        <p:spPr>
          <a:xfrm>
            <a:off x="2427475" y="1052554"/>
            <a:ext cx="1776300" cy="290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sz="1100"/>
              <a:t>Decision Transformer</a:t>
            </a:r>
            <a:endParaRPr sz="1100"/>
          </a:p>
        </p:txBody>
      </p:sp>
      <p:sp>
        <p:nvSpPr>
          <p:cNvPr id="917" name="Google Shape;917;p60"/>
          <p:cNvSpPr txBox="1"/>
          <p:nvPr>
            <p:ph idx="3" type="subTitle"/>
          </p:nvPr>
        </p:nvSpPr>
        <p:spPr>
          <a:xfrm>
            <a:off x="4622700" y="1052554"/>
            <a:ext cx="1776300" cy="290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sz="1100"/>
              <a:t>General Transformer</a:t>
            </a:r>
            <a:endParaRPr sz="1100"/>
          </a:p>
        </p:txBody>
      </p:sp>
      <p:sp>
        <p:nvSpPr>
          <p:cNvPr id="918" name="Google Shape;918;p60"/>
          <p:cNvSpPr txBox="1"/>
          <p:nvPr>
            <p:ph idx="4" type="subTitle"/>
          </p:nvPr>
        </p:nvSpPr>
        <p:spPr>
          <a:xfrm>
            <a:off x="6813656" y="1052554"/>
            <a:ext cx="1776300" cy="290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sz="1100"/>
              <a:t>Other Transformer</a:t>
            </a:r>
            <a:endParaRPr sz="1100"/>
          </a:p>
        </p:txBody>
      </p:sp>
      <p:sp>
        <p:nvSpPr>
          <p:cNvPr id="919" name="Google Shape;919;p60"/>
          <p:cNvSpPr txBox="1"/>
          <p:nvPr>
            <p:ph idx="5" type="body"/>
          </p:nvPr>
        </p:nvSpPr>
        <p:spPr>
          <a:xfrm>
            <a:off x="357975" y="1602133"/>
            <a:ext cx="1965900" cy="990300"/>
          </a:xfrm>
          <a:prstGeom prst="rect">
            <a:avLst/>
          </a:prstGeom>
        </p:spPr>
        <p:txBody>
          <a:bodyPr anchorCtr="0" anchor="t" bIns="0" lIns="0" spcFirstLastPara="1" rIns="0" wrap="square" tIns="0">
            <a:spAutoFit/>
          </a:bodyPr>
          <a:lstStyle/>
          <a:p>
            <a:pPr indent="-292100" lvl="0" marL="457200" rtl="0" algn="l">
              <a:spcBef>
                <a:spcPts val="0"/>
              </a:spcBef>
              <a:spcAft>
                <a:spcPts val="0"/>
              </a:spcAft>
              <a:buSzPts val="1000"/>
              <a:buChar char="●"/>
            </a:pPr>
            <a:r>
              <a:rPr lang="en" sz="1000"/>
              <a:t>Directly applies the Transformer architecture to image processing tasks.</a:t>
            </a:r>
            <a:endParaRPr sz="1000"/>
          </a:p>
          <a:p>
            <a:pPr indent="-292100" lvl="0" marL="457200" rtl="0" algn="l">
              <a:spcBef>
                <a:spcPts val="1000"/>
              </a:spcBef>
              <a:spcAft>
                <a:spcPts val="1000"/>
              </a:spcAft>
              <a:buSzPts val="1000"/>
              <a:buChar char="●"/>
            </a:pPr>
            <a:r>
              <a:rPr lang="en" sz="1000"/>
              <a:t>Segments input images into fixed-size patches</a:t>
            </a:r>
            <a:endParaRPr sz="1000"/>
          </a:p>
        </p:txBody>
      </p:sp>
      <p:sp>
        <p:nvSpPr>
          <p:cNvPr id="920" name="Google Shape;920;p60"/>
          <p:cNvSpPr txBox="1"/>
          <p:nvPr>
            <p:ph idx="6" type="body"/>
          </p:nvPr>
        </p:nvSpPr>
        <p:spPr>
          <a:xfrm>
            <a:off x="2547700" y="1602133"/>
            <a:ext cx="1965900" cy="1826700"/>
          </a:xfrm>
          <a:prstGeom prst="rect">
            <a:avLst/>
          </a:prstGeom>
        </p:spPr>
        <p:txBody>
          <a:bodyPr anchorCtr="0" anchor="t" bIns="0" lIns="0" spcFirstLastPara="1" rIns="0" wrap="square" tIns="0">
            <a:spAutoFit/>
          </a:bodyPr>
          <a:lstStyle/>
          <a:p>
            <a:pPr indent="-292100" lvl="0" marL="457200" rtl="0" algn="l">
              <a:spcBef>
                <a:spcPts val="0"/>
              </a:spcBef>
              <a:spcAft>
                <a:spcPts val="0"/>
              </a:spcAft>
              <a:buSzPts val="1000"/>
              <a:buChar char="●"/>
            </a:pPr>
            <a:r>
              <a:rPr lang="en" sz="1000"/>
              <a:t>Using the Transformer architecture for decision-making in reinforcement learning.</a:t>
            </a:r>
            <a:endParaRPr sz="1000"/>
          </a:p>
          <a:p>
            <a:pPr indent="-292100" lvl="0" marL="457200" rtl="0" algn="l">
              <a:spcBef>
                <a:spcPts val="1000"/>
              </a:spcBef>
              <a:spcAft>
                <a:spcPts val="0"/>
              </a:spcAft>
              <a:buSzPts val="1000"/>
              <a:buChar char="●"/>
            </a:pPr>
            <a:r>
              <a:rPr lang="en" sz="1000"/>
              <a:t>Based on a sequence of states, actions, and outcomes, directly predict future action sequences.</a:t>
            </a:r>
            <a:endParaRPr sz="1000"/>
          </a:p>
          <a:p>
            <a:pPr indent="0" lvl="0" marL="0" rtl="0" algn="l">
              <a:spcBef>
                <a:spcPts val="1000"/>
              </a:spcBef>
              <a:spcAft>
                <a:spcPts val="0"/>
              </a:spcAft>
              <a:buNone/>
            </a:pPr>
            <a:r>
              <a:t/>
            </a:r>
            <a:endParaRPr sz="1000"/>
          </a:p>
        </p:txBody>
      </p:sp>
      <p:sp>
        <p:nvSpPr>
          <p:cNvPr id="921" name="Google Shape;921;p60"/>
          <p:cNvSpPr txBox="1"/>
          <p:nvPr>
            <p:ph idx="7" type="body"/>
          </p:nvPr>
        </p:nvSpPr>
        <p:spPr>
          <a:xfrm>
            <a:off x="4748725" y="1602133"/>
            <a:ext cx="1909800" cy="2503800"/>
          </a:xfrm>
          <a:prstGeom prst="rect">
            <a:avLst/>
          </a:prstGeom>
        </p:spPr>
        <p:txBody>
          <a:bodyPr anchorCtr="0" anchor="t" bIns="0" lIns="0" spcFirstLastPara="1" rIns="0" wrap="square" tIns="0">
            <a:spAutoFit/>
          </a:bodyPr>
          <a:lstStyle/>
          <a:p>
            <a:pPr indent="-292100" lvl="0" marL="457200" rtl="0" algn="l">
              <a:spcBef>
                <a:spcPts val="0"/>
              </a:spcBef>
              <a:spcAft>
                <a:spcPts val="0"/>
              </a:spcAft>
              <a:buSzPts val="1000"/>
              <a:buChar char="●"/>
            </a:pPr>
            <a:r>
              <a:rPr lang="en" sz="1000"/>
              <a:t>Most studies have not employed special Transformer variants, but rather standard encoder-decoder or encoder-only architectures.</a:t>
            </a:r>
            <a:endParaRPr sz="1000"/>
          </a:p>
          <a:p>
            <a:pPr indent="-292100" lvl="0" marL="457200" rtl="0" algn="l">
              <a:spcBef>
                <a:spcPts val="1000"/>
              </a:spcBef>
              <a:spcAft>
                <a:spcPts val="0"/>
              </a:spcAft>
              <a:buSzPts val="1000"/>
              <a:buChar char="●"/>
            </a:pPr>
            <a:r>
              <a:rPr lang="en" sz="1000"/>
              <a:t>To handle complex driving data, the standard Transformer is often used in combination with other models.</a:t>
            </a:r>
            <a:endParaRPr sz="1000"/>
          </a:p>
          <a:p>
            <a:pPr indent="0" lvl="0" marL="0" rtl="0" algn="l">
              <a:spcBef>
                <a:spcPts val="1000"/>
              </a:spcBef>
              <a:spcAft>
                <a:spcPts val="0"/>
              </a:spcAft>
              <a:buNone/>
            </a:pPr>
            <a:r>
              <a:t/>
            </a:r>
            <a:endParaRPr/>
          </a:p>
        </p:txBody>
      </p:sp>
      <p:sp>
        <p:nvSpPr>
          <p:cNvPr id="922" name="Google Shape;922;p60"/>
          <p:cNvSpPr txBox="1"/>
          <p:nvPr>
            <p:ph idx="8" type="body"/>
          </p:nvPr>
        </p:nvSpPr>
        <p:spPr>
          <a:xfrm>
            <a:off x="6949475" y="1602125"/>
            <a:ext cx="1909800" cy="2773800"/>
          </a:xfrm>
          <a:prstGeom prst="rect">
            <a:avLst/>
          </a:prstGeom>
        </p:spPr>
        <p:txBody>
          <a:bodyPr anchorCtr="0" anchor="t" bIns="0" lIns="0" spcFirstLastPara="1" rIns="0" wrap="square" tIns="0">
            <a:spAutoFit/>
          </a:bodyPr>
          <a:lstStyle/>
          <a:p>
            <a:pPr indent="-279400" lvl="0" marL="457200" rtl="0" algn="l">
              <a:spcBef>
                <a:spcPts val="0"/>
              </a:spcBef>
              <a:spcAft>
                <a:spcPts val="0"/>
              </a:spcAft>
              <a:buSzPts val="800"/>
              <a:buChar char="●"/>
            </a:pPr>
            <a:r>
              <a:rPr lang="en"/>
              <a:t>MST &amp; SLT Transformers: Used to improve scene representation and accelerate the training process.</a:t>
            </a:r>
            <a:endParaRPr/>
          </a:p>
          <a:p>
            <a:pPr indent="-279400" lvl="0" marL="457200" rtl="0" algn="l">
              <a:spcBef>
                <a:spcPts val="1000"/>
              </a:spcBef>
              <a:spcAft>
                <a:spcPts val="0"/>
              </a:spcAft>
              <a:buSzPts val="800"/>
              <a:buChar char="●"/>
            </a:pPr>
            <a:r>
              <a:rPr lang="en"/>
              <a:t>Behavior Transformer: Specifically designed to address multi-vehicle conflicts and the lack of traffic rule constraints.</a:t>
            </a:r>
            <a:endParaRPr/>
          </a:p>
          <a:p>
            <a:pPr indent="-279400" lvl="0" marL="457200" rtl="0" algn="l">
              <a:spcBef>
                <a:spcPts val="1000"/>
              </a:spcBef>
              <a:spcAft>
                <a:spcPts val="0"/>
              </a:spcAft>
              <a:buSzPts val="800"/>
              <a:buChar char="●"/>
            </a:pPr>
            <a:r>
              <a:rPr lang="en"/>
              <a:t>Spatio-Temporal Attention: Overcomes the high computational complexity when handling complex inter-vehicle interactions.</a:t>
            </a:r>
            <a:endParaRPr/>
          </a:p>
          <a:p>
            <a:pPr indent="-279400" lvl="0" marL="457200" rtl="0" algn="l">
              <a:spcBef>
                <a:spcPts val="1000"/>
              </a:spcBef>
              <a:spcAft>
                <a:spcPts val="1000"/>
              </a:spcAft>
              <a:buSzPts val="800"/>
              <a:buChar char="●"/>
            </a:pPr>
            <a:r>
              <a:rPr lang="en"/>
              <a:t>GPT-2 Based Models: Utilizes the causal modeling capabilities of this pre-built model for decision-making.</a:t>
            </a:r>
            <a:endParaRPr/>
          </a:p>
        </p:txBody>
      </p:sp>
      <p:sp>
        <p:nvSpPr>
          <p:cNvPr id="923" name="Google Shape;923;p60"/>
          <p:cNvSpPr txBox="1"/>
          <p:nvPr/>
        </p:nvSpPr>
        <p:spPr>
          <a:xfrm>
            <a:off x="228600" y="4793631"/>
            <a:ext cx="2996100" cy="1758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sz="800">
                <a:solidFill>
                  <a:schemeClr val="lt2"/>
                </a:solidFill>
                <a:latin typeface="Red Hat Display"/>
                <a:ea typeface="Red Hat Display"/>
                <a:cs typeface="Red Hat Display"/>
                <a:sym typeface="Red Hat Display"/>
              </a:rPr>
              <a:t>Transformer Architectures in Autonomous Driving</a:t>
            </a:r>
            <a:endParaRPr sz="800">
              <a:solidFill>
                <a:schemeClr val="lt2"/>
              </a:solidFill>
              <a:latin typeface="Red Hat Display"/>
              <a:ea typeface="Red Hat Display"/>
              <a:cs typeface="Red Hat Display"/>
              <a:sym typeface="Red Hat Display"/>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61"/>
          <p:cNvSpPr txBox="1"/>
          <p:nvPr>
            <p:ph type="title"/>
          </p:nvPr>
        </p:nvSpPr>
        <p:spPr>
          <a:xfrm>
            <a:off x="228600" y="2160392"/>
            <a:ext cx="57609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b="1" lang="en"/>
              <a:t>Implementation Plan</a:t>
            </a:r>
            <a:endParaRPr b="1"/>
          </a:p>
        </p:txBody>
      </p:sp>
      <p:sp>
        <p:nvSpPr>
          <p:cNvPr id="929" name="Google Shape;929;p61"/>
          <p:cNvSpPr txBox="1"/>
          <p:nvPr>
            <p:ph idx="1" type="subTitle"/>
          </p:nvPr>
        </p:nvSpPr>
        <p:spPr>
          <a:xfrm>
            <a:off x="228600" y="2800212"/>
            <a:ext cx="4916700" cy="129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core architecture will feature a General Transformer as the Actor within the </a:t>
            </a:r>
            <a:r>
              <a:rPr b="1" lang="en"/>
              <a:t>SAC </a:t>
            </a:r>
            <a:r>
              <a:rPr lang="en"/>
              <a:t>algorithm. To ensure training efficiency and safety, I will adopt a progressive difficulty strategy, moving from basic driving to complex intersection scenarios with dynamic obstacles.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62"/>
          <p:cNvSpPr/>
          <p:nvPr/>
        </p:nvSpPr>
        <p:spPr>
          <a:xfrm>
            <a:off x="228600" y="1459115"/>
            <a:ext cx="2834700" cy="2638800"/>
          </a:xfrm>
          <a:prstGeom prst="snip2DiagRect">
            <a:avLst>
              <a:gd fmla="val 0" name="adj1"/>
              <a:gd fmla="val 16667" name="adj2"/>
            </a:avLst>
          </a:prstGeom>
          <a:solidFill>
            <a:schemeClr val="dk1"/>
          </a:solidFill>
          <a:ln cap="flat" cmpd="sng" w="952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marR="2700" rtl="0" algn="l">
              <a:lnSpc>
                <a:spcPct val="115000"/>
              </a:lnSpc>
              <a:spcBef>
                <a:spcPts val="0"/>
              </a:spcBef>
              <a:spcAft>
                <a:spcPts val="0"/>
              </a:spcAft>
              <a:buNone/>
            </a:pPr>
            <a:r>
              <a:t/>
            </a:r>
            <a:endParaRPr>
              <a:solidFill>
                <a:schemeClr val="lt1"/>
              </a:solidFill>
            </a:endParaRPr>
          </a:p>
        </p:txBody>
      </p:sp>
      <p:cxnSp>
        <p:nvCxnSpPr>
          <p:cNvPr id="935" name="Google Shape;935;p62"/>
          <p:cNvCxnSpPr/>
          <p:nvPr/>
        </p:nvCxnSpPr>
        <p:spPr>
          <a:xfrm>
            <a:off x="232900" y="2470425"/>
            <a:ext cx="2829000" cy="0"/>
          </a:xfrm>
          <a:prstGeom prst="straightConnector1">
            <a:avLst/>
          </a:prstGeom>
          <a:noFill/>
          <a:ln cap="flat" cmpd="sng" w="9525">
            <a:solidFill>
              <a:schemeClr val="accent5"/>
            </a:solidFill>
            <a:prstDash val="solid"/>
            <a:round/>
            <a:headEnd len="sm" w="sm" type="none"/>
            <a:tailEnd len="sm" w="sm" type="none"/>
          </a:ln>
        </p:spPr>
      </p:cxnSp>
      <p:sp>
        <p:nvSpPr>
          <p:cNvPr id="936" name="Google Shape;936;p62"/>
          <p:cNvSpPr/>
          <p:nvPr/>
        </p:nvSpPr>
        <p:spPr>
          <a:xfrm>
            <a:off x="3154650" y="1459115"/>
            <a:ext cx="2834700" cy="2638800"/>
          </a:xfrm>
          <a:prstGeom prst="snip2DiagRect">
            <a:avLst>
              <a:gd fmla="val 0" name="adj1"/>
              <a:gd fmla="val 16667" name="adj2"/>
            </a:avLst>
          </a:prstGeom>
          <a:solidFill>
            <a:schemeClr val="dk1"/>
          </a:solidFill>
          <a:ln cap="flat" cmpd="sng" w="952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marR="2700" rtl="0" algn="l">
              <a:lnSpc>
                <a:spcPct val="115000"/>
              </a:lnSpc>
              <a:spcBef>
                <a:spcPts val="0"/>
              </a:spcBef>
              <a:spcAft>
                <a:spcPts val="0"/>
              </a:spcAft>
              <a:buNone/>
            </a:pPr>
            <a:r>
              <a:t/>
            </a:r>
            <a:endParaRPr>
              <a:solidFill>
                <a:schemeClr val="lt1"/>
              </a:solidFill>
            </a:endParaRPr>
          </a:p>
        </p:txBody>
      </p:sp>
      <p:cxnSp>
        <p:nvCxnSpPr>
          <p:cNvPr id="937" name="Google Shape;937;p62"/>
          <p:cNvCxnSpPr/>
          <p:nvPr/>
        </p:nvCxnSpPr>
        <p:spPr>
          <a:xfrm>
            <a:off x="3158950" y="2470425"/>
            <a:ext cx="2829000" cy="0"/>
          </a:xfrm>
          <a:prstGeom prst="straightConnector1">
            <a:avLst/>
          </a:prstGeom>
          <a:noFill/>
          <a:ln cap="flat" cmpd="sng" w="9525">
            <a:solidFill>
              <a:schemeClr val="accent5"/>
            </a:solidFill>
            <a:prstDash val="solid"/>
            <a:round/>
            <a:headEnd len="sm" w="sm" type="none"/>
            <a:tailEnd len="sm" w="sm" type="none"/>
          </a:ln>
        </p:spPr>
      </p:cxnSp>
      <p:sp>
        <p:nvSpPr>
          <p:cNvPr id="938" name="Google Shape;938;p62"/>
          <p:cNvSpPr/>
          <p:nvPr/>
        </p:nvSpPr>
        <p:spPr>
          <a:xfrm>
            <a:off x="6080700" y="1459115"/>
            <a:ext cx="2834700" cy="2638800"/>
          </a:xfrm>
          <a:prstGeom prst="snip2DiagRect">
            <a:avLst>
              <a:gd fmla="val 0" name="adj1"/>
              <a:gd fmla="val 16667" name="adj2"/>
            </a:avLst>
          </a:prstGeom>
          <a:solidFill>
            <a:schemeClr val="dk1"/>
          </a:solidFill>
          <a:ln cap="flat" cmpd="sng" w="952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marR="2700" rtl="0" algn="l">
              <a:lnSpc>
                <a:spcPct val="115000"/>
              </a:lnSpc>
              <a:spcBef>
                <a:spcPts val="0"/>
              </a:spcBef>
              <a:spcAft>
                <a:spcPts val="0"/>
              </a:spcAft>
              <a:buNone/>
            </a:pPr>
            <a:r>
              <a:t/>
            </a:r>
            <a:endParaRPr>
              <a:solidFill>
                <a:schemeClr val="lt1"/>
              </a:solidFill>
            </a:endParaRPr>
          </a:p>
        </p:txBody>
      </p:sp>
      <p:cxnSp>
        <p:nvCxnSpPr>
          <p:cNvPr id="939" name="Google Shape;939;p62"/>
          <p:cNvCxnSpPr/>
          <p:nvPr/>
        </p:nvCxnSpPr>
        <p:spPr>
          <a:xfrm>
            <a:off x="6085000" y="2470425"/>
            <a:ext cx="2829000" cy="0"/>
          </a:xfrm>
          <a:prstGeom prst="straightConnector1">
            <a:avLst/>
          </a:prstGeom>
          <a:noFill/>
          <a:ln cap="flat" cmpd="sng" w="9525">
            <a:solidFill>
              <a:schemeClr val="accent5"/>
            </a:solidFill>
            <a:prstDash val="solid"/>
            <a:round/>
            <a:headEnd len="sm" w="sm" type="none"/>
            <a:tailEnd len="sm" w="sm" type="none"/>
          </a:ln>
        </p:spPr>
      </p:cxnSp>
      <p:sp>
        <p:nvSpPr>
          <p:cNvPr id="940" name="Google Shape;940;p62"/>
          <p:cNvSpPr txBox="1"/>
          <p:nvPr>
            <p:ph type="title"/>
          </p:nvPr>
        </p:nvSpPr>
        <p:spPr>
          <a:xfrm>
            <a:off x="228600" y="420017"/>
            <a:ext cx="6480300" cy="572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b="1" lang="en" sz="2800"/>
              <a:t>Selection of Key Components</a:t>
            </a:r>
            <a:endParaRPr b="1" sz="2800"/>
          </a:p>
        </p:txBody>
      </p:sp>
      <p:sp>
        <p:nvSpPr>
          <p:cNvPr id="941" name="Google Shape;941;p62"/>
          <p:cNvSpPr txBox="1"/>
          <p:nvPr>
            <p:ph idx="1" type="subTitle"/>
          </p:nvPr>
        </p:nvSpPr>
        <p:spPr>
          <a:xfrm>
            <a:off x="540525" y="1626904"/>
            <a:ext cx="2325000" cy="587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1" lang="en" sz="1600"/>
              <a:t>Reinforcement Learning Algorithm Selection</a:t>
            </a:r>
            <a:endParaRPr b="1" sz="1600"/>
          </a:p>
        </p:txBody>
      </p:sp>
      <p:sp>
        <p:nvSpPr>
          <p:cNvPr id="942" name="Google Shape;942;p62"/>
          <p:cNvSpPr txBox="1"/>
          <p:nvPr>
            <p:ph idx="2" type="subTitle"/>
          </p:nvPr>
        </p:nvSpPr>
        <p:spPr>
          <a:xfrm>
            <a:off x="540525" y="2628017"/>
            <a:ext cx="2199000" cy="587700"/>
          </a:xfrm>
          <a:prstGeom prst="rect">
            <a:avLst/>
          </a:prstGeom>
        </p:spPr>
        <p:txBody>
          <a:bodyPr anchorCtr="0" anchor="t" bIns="91425" lIns="0" spcFirstLastPara="1" rIns="91425" wrap="square" tIns="0">
            <a:noAutofit/>
          </a:bodyPr>
          <a:lstStyle/>
          <a:p>
            <a:pPr indent="-143764" lvl="0" marL="192024" rtl="0" algn="l">
              <a:lnSpc>
                <a:spcPct val="115000"/>
              </a:lnSpc>
              <a:spcBef>
                <a:spcPts val="0"/>
              </a:spcBef>
              <a:spcAft>
                <a:spcPts val="0"/>
              </a:spcAft>
              <a:buSzPts val="1400"/>
              <a:buFont typeface="Red Hat Display"/>
              <a:buChar char="➔"/>
            </a:pPr>
            <a:r>
              <a:rPr b="1" lang="en" sz="1400"/>
              <a:t>The algorithm will employ the relatively safe </a:t>
            </a:r>
            <a:r>
              <a:rPr b="1" lang="en" sz="1500"/>
              <a:t>SAC</a:t>
            </a:r>
            <a:r>
              <a:rPr b="1" lang="en" sz="1400"/>
              <a:t> algorithm identified in the literature review.</a:t>
            </a:r>
            <a:endParaRPr b="1" sz="1400"/>
          </a:p>
        </p:txBody>
      </p:sp>
      <p:sp>
        <p:nvSpPr>
          <p:cNvPr id="943" name="Google Shape;943;p62"/>
          <p:cNvSpPr txBox="1"/>
          <p:nvPr>
            <p:ph idx="3" type="subTitle"/>
          </p:nvPr>
        </p:nvSpPr>
        <p:spPr>
          <a:xfrm>
            <a:off x="3466575" y="1771575"/>
            <a:ext cx="2325000" cy="587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1" lang="en" sz="1600"/>
              <a:t>Model Selection</a:t>
            </a:r>
            <a:endParaRPr b="1" sz="1600"/>
          </a:p>
        </p:txBody>
      </p:sp>
      <p:sp>
        <p:nvSpPr>
          <p:cNvPr id="944" name="Google Shape;944;p62"/>
          <p:cNvSpPr txBox="1"/>
          <p:nvPr>
            <p:ph idx="4" type="subTitle"/>
          </p:nvPr>
        </p:nvSpPr>
        <p:spPr>
          <a:xfrm>
            <a:off x="3425550" y="2628017"/>
            <a:ext cx="2199000" cy="587700"/>
          </a:xfrm>
          <a:prstGeom prst="rect">
            <a:avLst/>
          </a:prstGeom>
        </p:spPr>
        <p:txBody>
          <a:bodyPr anchorCtr="0" anchor="t" bIns="91425" lIns="0" spcFirstLastPara="1" rIns="91425" wrap="square" tIns="0">
            <a:noAutofit/>
          </a:bodyPr>
          <a:lstStyle/>
          <a:p>
            <a:pPr indent="-143764" lvl="0" marL="192024" rtl="0" algn="l">
              <a:lnSpc>
                <a:spcPct val="115000"/>
              </a:lnSpc>
              <a:spcBef>
                <a:spcPts val="0"/>
              </a:spcBef>
              <a:spcAft>
                <a:spcPts val="0"/>
              </a:spcAft>
              <a:buSzPts val="1400"/>
              <a:buFont typeface="Red Hat Display"/>
              <a:buChar char="➔"/>
            </a:pPr>
            <a:r>
              <a:rPr b="1" lang="en" sz="1400"/>
              <a:t>The general Transformer model will serve as the Actor in the </a:t>
            </a:r>
            <a:r>
              <a:rPr b="1" lang="en" sz="1500"/>
              <a:t>SAC</a:t>
            </a:r>
            <a:r>
              <a:rPr b="1" lang="en" sz="1400"/>
              <a:t> algorithm.</a:t>
            </a:r>
            <a:endParaRPr b="1" sz="1400"/>
          </a:p>
        </p:txBody>
      </p:sp>
      <p:sp>
        <p:nvSpPr>
          <p:cNvPr id="945" name="Google Shape;945;p62"/>
          <p:cNvSpPr txBox="1"/>
          <p:nvPr>
            <p:ph idx="5" type="subTitle"/>
          </p:nvPr>
        </p:nvSpPr>
        <p:spPr>
          <a:xfrm>
            <a:off x="6392625" y="1771575"/>
            <a:ext cx="2325000" cy="587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1" lang="en" sz="1600"/>
              <a:t>Scenario Selection</a:t>
            </a:r>
            <a:endParaRPr b="1" sz="1600"/>
          </a:p>
        </p:txBody>
      </p:sp>
      <p:sp>
        <p:nvSpPr>
          <p:cNvPr id="946" name="Google Shape;946;p62"/>
          <p:cNvSpPr txBox="1"/>
          <p:nvPr>
            <p:ph idx="6" type="subTitle"/>
          </p:nvPr>
        </p:nvSpPr>
        <p:spPr>
          <a:xfrm>
            <a:off x="6392625" y="2628017"/>
            <a:ext cx="2199000" cy="587700"/>
          </a:xfrm>
          <a:prstGeom prst="rect">
            <a:avLst/>
          </a:prstGeom>
        </p:spPr>
        <p:txBody>
          <a:bodyPr anchorCtr="0" anchor="t" bIns="91425" lIns="0" spcFirstLastPara="1" rIns="91425" wrap="square" tIns="0">
            <a:noAutofit/>
          </a:bodyPr>
          <a:lstStyle/>
          <a:p>
            <a:pPr indent="-143764" lvl="0" marL="192024" rtl="0" algn="l">
              <a:lnSpc>
                <a:spcPct val="115000"/>
              </a:lnSpc>
              <a:spcBef>
                <a:spcPts val="0"/>
              </a:spcBef>
              <a:spcAft>
                <a:spcPts val="0"/>
              </a:spcAft>
              <a:buSzPts val="1400"/>
              <a:buFont typeface="Red Hat Display"/>
              <a:buChar char="➔"/>
            </a:pPr>
            <a:r>
              <a:rPr b="1" lang="en" sz="1500"/>
              <a:t>FYP2</a:t>
            </a:r>
            <a:r>
              <a:rPr b="1" lang="en" sz="1400"/>
              <a:t> will be used for the highest-risk intersection scenario identified in this paper and simulated in the CARLA environment.</a:t>
            </a:r>
            <a:endParaRPr b="1" sz="1400"/>
          </a:p>
        </p:txBody>
      </p:sp>
      <p:sp>
        <p:nvSpPr>
          <p:cNvPr id="947" name="Google Shape;947;p62"/>
          <p:cNvSpPr txBox="1"/>
          <p:nvPr/>
        </p:nvSpPr>
        <p:spPr>
          <a:xfrm>
            <a:off x="228600" y="4793631"/>
            <a:ext cx="2996100" cy="1758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sz="800">
                <a:solidFill>
                  <a:schemeClr val="lt2"/>
                </a:solidFill>
                <a:latin typeface="Red Hat Display"/>
                <a:ea typeface="Red Hat Display"/>
                <a:cs typeface="Red Hat Display"/>
                <a:sym typeface="Red Hat Display"/>
              </a:rPr>
              <a:t>Implementation Plan</a:t>
            </a:r>
            <a:endParaRPr sz="800">
              <a:solidFill>
                <a:schemeClr val="lt2"/>
              </a:solidFill>
              <a:latin typeface="Red Hat Display"/>
              <a:ea typeface="Red Hat Display"/>
              <a:cs typeface="Red Hat Display"/>
              <a:sym typeface="Red Hat Display"/>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cxnSp>
        <p:nvCxnSpPr>
          <p:cNvPr id="952" name="Google Shape;952;p63"/>
          <p:cNvCxnSpPr/>
          <p:nvPr/>
        </p:nvCxnSpPr>
        <p:spPr>
          <a:xfrm>
            <a:off x="328700" y="1431800"/>
            <a:ext cx="8589300" cy="0"/>
          </a:xfrm>
          <a:prstGeom prst="straightConnector1">
            <a:avLst/>
          </a:prstGeom>
          <a:noFill/>
          <a:ln cap="flat" cmpd="sng" w="9525">
            <a:solidFill>
              <a:schemeClr val="accent6"/>
            </a:solidFill>
            <a:prstDash val="solid"/>
            <a:round/>
            <a:headEnd len="med" w="med" type="none"/>
            <a:tailEnd len="med" w="med" type="triangle"/>
          </a:ln>
        </p:spPr>
      </p:cxnSp>
      <p:sp>
        <p:nvSpPr>
          <p:cNvPr id="953" name="Google Shape;953;p63"/>
          <p:cNvSpPr txBox="1"/>
          <p:nvPr/>
        </p:nvSpPr>
        <p:spPr>
          <a:xfrm>
            <a:off x="226000" y="2125350"/>
            <a:ext cx="2435400" cy="13392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500">
                <a:solidFill>
                  <a:schemeClr val="lt1"/>
                </a:solidFill>
                <a:latin typeface="Red Hat Display"/>
                <a:ea typeface="Red Hat Display"/>
                <a:cs typeface="Red Hat Display"/>
                <a:sym typeface="Red Hat Display"/>
              </a:rPr>
              <a:t>The agent is first train in low-difficulty scenarios, where the model learns the basic principles of driving. </a:t>
            </a:r>
            <a:endParaRPr b="1" sz="1500">
              <a:solidFill>
                <a:schemeClr val="lt1"/>
              </a:solidFill>
              <a:latin typeface="Red Hat Display"/>
              <a:ea typeface="Red Hat Display"/>
              <a:cs typeface="Red Hat Display"/>
              <a:sym typeface="Red Hat Display"/>
            </a:endParaRPr>
          </a:p>
        </p:txBody>
      </p:sp>
      <p:sp>
        <p:nvSpPr>
          <p:cNvPr id="954" name="Google Shape;954;p63"/>
          <p:cNvSpPr txBox="1"/>
          <p:nvPr/>
        </p:nvSpPr>
        <p:spPr>
          <a:xfrm>
            <a:off x="229700" y="1742200"/>
            <a:ext cx="2435400" cy="4464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700">
                <a:solidFill>
                  <a:schemeClr val="dk2"/>
                </a:solidFill>
                <a:latin typeface="Red Hat Display"/>
                <a:ea typeface="Red Hat Display"/>
                <a:cs typeface="Red Hat Display"/>
                <a:sym typeface="Red Hat Display"/>
              </a:rPr>
              <a:t>Low-difficulty levels</a:t>
            </a:r>
            <a:endParaRPr b="1" sz="1700">
              <a:solidFill>
                <a:schemeClr val="dk2"/>
              </a:solidFill>
              <a:latin typeface="Red Hat Display"/>
              <a:ea typeface="Red Hat Display"/>
              <a:cs typeface="Red Hat Display"/>
              <a:sym typeface="Red Hat Display"/>
            </a:endParaRPr>
          </a:p>
        </p:txBody>
      </p:sp>
      <p:sp>
        <p:nvSpPr>
          <p:cNvPr id="955" name="Google Shape;955;p63"/>
          <p:cNvSpPr txBox="1"/>
          <p:nvPr/>
        </p:nvSpPr>
        <p:spPr>
          <a:xfrm>
            <a:off x="3514342" y="1742200"/>
            <a:ext cx="2696700" cy="4464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700">
                <a:solidFill>
                  <a:schemeClr val="dk2"/>
                </a:solidFill>
                <a:latin typeface="Red Hat Display"/>
                <a:ea typeface="Red Hat Display"/>
                <a:cs typeface="Red Hat Display"/>
                <a:sym typeface="Red Hat Display"/>
              </a:rPr>
              <a:t>Medium-difficulty levels</a:t>
            </a:r>
            <a:endParaRPr b="1" sz="1700">
              <a:solidFill>
                <a:schemeClr val="dk2"/>
              </a:solidFill>
              <a:latin typeface="Red Hat Display"/>
              <a:ea typeface="Red Hat Display"/>
              <a:cs typeface="Red Hat Display"/>
              <a:sym typeface="Red Hat Display"/>
            </a:endParaRPr>
          </a:p>
        </p:txBody>
      </p:sp>
      <p:sp>
        <p:nvSpPr>
          <p:cNvPr id="956" name="Google Shape;956;p63"/>
          <p:cNvSpPr txBox="1"/>
          <p:nvPr/>
        </p:nvSpPr>
        <p:spPr>
          <a:xfrm>
            <a:off x="3512492" y="2125350"/>
            <a:ext cx="2696700" cy="11082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500">
                <a:solidFill>
                  <a:schemeClr val="lt1"/>
                </a:solidFill>
                <a:latin typeface="Red Hat Display"/>
                <a:ea typeface="Red Hat Display"/>
                <a:cs typeface="Red Hat Display"/>
                <a:sym typeface="Red Hat Display"/>
              </a:rPr>
              <a:t>In medium-difficulty levels, environmental factors such as pedestrians and inclement weather will be added. </a:t>
            </a:r>
            <a:endParaRPr sz="1500">
              <a:solidFill>
                <a:schemeClr val="lt1"/>
              </a:solidFill>
              <a:latin typeface="Red Hat Display"/>
              <a:ea typeface="Red Hat Display"/>
              <a:cs typeface="Red Hat Display"/>
              <a:sym typeface="Red Hat Display"/>
            </a:endParaRPr>
          </a:p>
        </p:txBody>
      </p:sp>
      <p:sp>
        <p:nvSpPr>
          <p:cNvPr id="957" name="Google Shape;957;p63"/>
          <p:cNvSpPr txBox="1"/>
          <p:nvPr/>
        </p:nvSpPr>
        <p:spPr>
          <a:xfrm>
            <a:off x="6835301" y="2125350"/>
            <a:ext cx="2207700" cy="8772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500">
                <a:solidFill>
                  <a:schemeClr val="lt1"/>
                </a:solidFill>
                <a:latin typeface="Red Hat Display"/>
                <a:ea typeface="Red Hat Display"/>
                <a:cs typeface="Red Hat Display"/>
                <a:sym typeface="Red Hat Display"/>
              </a:rPr>
              <a:t>In high-difficulty levels, I will introduce some unexpected events.</a:t>
            </a:r>
            <a:endParaRPr b="1" sz="1500">
              <a:solidFill>
                <a:schemeClr val="lt1"/>
              </a:solidFill>
              <a:latin typeface="Red Hat Display"/>
              <a:ea typeface="Red Hat Display"/>
              <a:cs typeface="Red Hat Display"/>
              <a:sym typeface="Red Hat Display"/>
            </a:endParaRPr>
          </a:p>
        </p:txBody>
      </p:sp>
      <p:sp>
        <p:nvSpPr>
          <p:cNvPr id="958" name="Google Shape;958;p63"/>
          <p:cNvSpPr txBox="1"/>
          <p:nvPr/>
        </p:nvSpPr>
        <p:spPr>
          <a:xfrm>
            <a:off x="6835290" y="1742200"/>
            <a:ext cx="2207700" cy="4464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700">
                <a:solidFill>
                  <a:schemeClr val="dk2"/>
                </a:solidFill>
                <a:latin typeface="Red Hat Display"/>
                <a:ea typeface="Red Hat Display"/>
                <a:cs typeface="Red Hat Display"/>
                <a:sym typeface="Red Hat Display"/>
              </a:rPr>
              <a:t>High-difficulty levels</a:t>
            </a:r>
            <a:endParaRPr b="1" sz="1700">
              <a:solidFill>
                <a:schemeClr val="dk2"/>
              </a:solidFill>
              <a:latin typeface="Red Hat Display"/>
              <a:ea typeface="Red Hat Display"/>
              <a:cs typeface="Red Hat Display"/>
              <a:sym typeface="Red Hat Display"/>
            </a:endParaRPr>
          </a:p>
        </p:txBody>
      </p:sp>
      <p:sp>
        <p:nvSpPr>
          <p:cNvPr id="959" name="Google Shape;959;p63"/>
          <p:cNvSpPr/>
          <p:nvPr/>
        </p:nvSpPr>
        <p:spPr>
          <a:xfrm>
            <a:off x="225998" y="1293498"/>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960" name="Google Shape;960;p63"/>
          <p:cNvSpPr/>
          <p:nvPr/>
        </p:nvSpPr>
        <p:spPr>
          <a:xfrm>
            <a:off x="3512489" y="1293498"/>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961" name="Google Shape;961;p63"/>
          <p:cNvSpPr/>
          <p:nvPr/>
        </p:nvSpPr>
        <p:spPr>
          <a:xfrm>
            <a:off x="6835287" y="1293498"/>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962" name="Google Shape;962;p63"/>
          <p:cNvSpPr txBox="1"/>
          <p:nvPr>
            <p:ph type="title"/>
          </p:nvPr>
        </p:nvSpPr>
        <p:spPr>
          <a:xfrm>
            <a:off x="228600" y="412192"/>
            <a:ext cx="6480300" cy="572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b="1" lang="en" sz="2800"/>
              <a:t>Training Process</a:t>
            </a:r>
            <a:endParaRPr b="1" sz="2800"/>
          </a:p>
        </p:txBody>
      </p:sp>
      <p:sp>
        <p:nvSpPr>
          <p:cNvPr id="963" name="Google Shape;963;p63"/>
          <p:cNvSpPr txBox="1"/>
          <p:nvPr/>
        </p:nvSpPr>
        <p:spPr>
          <a:xfrm>
            <a:off x="228600" y="4793631"/>
            <a:ext cx="2996100" cy="1758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sz="800">
                <a:solidFill>
                  <a:schemeClr val="lt2"/>
                </a:solidFill>
                <a:latin typeface="Red Hat Display"/>
                <a:ea typeface="Red Hat Display"/>
                <a:cs typeface="Red Hat Display"/>
                <a:sym typeface="Red Hat Display"/>
              </a:rPr>
              <a:t>Implementation Plan</a:t>
            </a:r>
            <a:endParaRPr sz="800">
              <a:solidFill>
                <a:schemeClr val="lt2"/>
              </a:solidFill>
              <a:latin typeface="Red Hat Display"/>
              <a:ea typeface="Red Hat Display"/>
              <a:cs typeface="Red Hat Display"/>
              <a:sym typeface="Red Hat Display"/>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64"/>
          <p:cNvSpPr txBox="1"/>
          <p:nvPr>
            <p:ph type="title"/>
          </p:nvPr>
        </p:nvSpPr>
        <p:spPr>
          <a:xfrm>
            <a:off x="2661175" y="163342"/>
            <a:ext cx="57609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b="1" lang="en"/>
              <a:t>Carla Simulator</a:t>
            </a:r>
            <a:endParaRPr b="1"/>
          </a:p>
        </p:txBody>
      </p:sp>
      <p:sp>
        <p:nvSpPr>
          <p:cNvPr id="969" name="Google Shape;969;p64"/>
          <p:cNvSpPr txBox="1"/>
          <p:nvPr>
            <p:ph idx="1" type="subTitle"/>
          </p:nvPr>
        </p:nvSpPr>
        <p:spPr>
          <a:xfrm>
            <a:off x="313325" y="4119375"/>
            <a:ext cx="4692600" cy="50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This is the driving simulator that the FYP2 project will use.</a:t>
            </a:r>
            <a:endParaRPr b="1" sz="1600"/>
          </a:p>
        </p:txBody>
      </p:sp>
      <p:pic>
        <p:nvPicPr>
          <p:cNvPr id="970" name="Google Shape;970;p64"/>
          <p:cNvPicPr preferRelativeResize="0"/>
          <p:nvPr/>
        </p:nvPicPr>
        <p:blipFill>
          <a:blip r:embed="rId3">
            <a:alphaModFix/>
          </a:blip>
          <a:stretch>
            <a:fillRect/>
          </a:stretch>
        </p:blipFill>
        <p:spPr>
          <a:xfrm>
            <a:off x="1409591" y="834200"/>
            <a:ext cx="6324821" cy="32020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65"/>
          <p:cNvSpPr txBox="1"/>
          <p:nvPr>
            <p:ph type="title"/>
          </p:nvPr>
        </p:nvSpPr>
        <p:spPr>
          <a:xfrm>
            <a:off x="228600" y="2423467"/>
            <a:ext cx="57609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Conclusion and Outlook</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66"/>
          <p:cNvSpPr/>
          <p:nvPr/>
        </p:nvSpPr>
        <p:spPr>
          <a:xfrm>
            <a:off x="3361300" y="2458150"/>
            <a:ext cx="1222800" cy="3705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lt1"/>
              </a:solidFill>
              <a:latin typeface="Red Hat Display Medium"/>
              <a:ea typeface="Red Hat Display Medium"/>
              <a:cs typeface="Red Hat Display Medium"/>
              <a:sym typeface="Red Hat Display Medium"/>
            </a:endParaRPr>
          </a:p>
        </p:txBody>
      </p:sp>
      <p:sp>
        <p:nvSpPr>
          <p:cNvPr id="981" name="Google Shape;981;p66"/>
          <p:cNvSpPr/>
          <p:nvPr/>
        </p:nvSpPr>
        <p:spPr>
          <a:xfrm>
            <a:off x="3361300" y="3813141"/>
            <a:ext cx="1222800" cy="3705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lt1"/>
              </a:solidFill>
              <a:latin typeface="Red Hat Display Medium"/>
              <a:ea typeface="Red Hat Display Medium"/>
              <a:cs typeface="Red Hat Display Medium"/>
              <a:sym typeface="Red Hat Display Medium"/>
            </a:endParaRPr>
          </a:p>
        </p:txBody>
      </p:sp>
      <p:sp>
        <p:nvSpPr>
          <p:cNvPr id="982" name="Google Shape;982;p66"/>
          <p:cNvSpPr/>
          <p:nvPr/>
        </p:nvSpPr>
        <p:spPr>
          <a:xfrm>
            <a:off x="3361302" y="1151541"/>
            <a:ext cx="1222800" cy="3705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lt1"/>
              </a:solidFill>
              <a:latin typeface="Red Hat Display Medium"/>
              <a:ea typeface="Red Hat Display Medium"/>
              <a:cs typeface="Red Hat Display Medium"/>
              <a:sym typeface="Red Hat Display Medium"/>
            </a:endParaRPr>
          </a:p>
        </p:txBody>
      </p:sp>
      <p:sp>
        <p:nvSpPr>
          <p:cNvPr id="983" name="Google Shape;983;p66"/>
          <p:cNvSpPr txBox="1"/>
          <p:nvPr>
            <p:ph idx="1" type="subTitle"/>
          </p:nvPr>
        </p:nvSpPr>
        <p:spPr>
          <a:xfrm>
            <a:off x="3361300" y="2458150"/>
            <a:ext cx="1222800" cy="370500"/>
          </a:xfrm>
          <a:prstGeom prst="rect">
            <a:avLst/>
          </a:prstGeom>
        </p:spPr>
        <p:txBody>
          <a:bodyPr anchorCtr="0" anchor="ctr" bIns="0" lIns="0" spcFirstLastPara="1" rIns="91425" wrap="square" tIns="0">
            <a:noAutofit/>
          </a:bodyPr>
          <a:lstStyle/>
          <a:p>
            <a:pPr indent="0" lvl="0" marL="0" rtl="0" algn="ctr">
              <a:spcBef>
                <a:spcPts val="0"/>
              </a:spcBef>
              <a:spcAft>
                <a:spcPts val="0"/>
              </a:spcAft>
              <a:buNone/>
            </a:pPr>
            <a:r>
              <a:rPr lang="en"/>
              <a:t>RQ 2</a:t>
            </a:r>
            <a:endParaRPr/>
          </a:p>
        </p:txBody>
      </p:sp>
      <p:sp>
        <p:nvSpPr>
          <p:cNvPr id="984" name="Google Shape;984;p66"/>
          <p:cNvSpPr txBox="1"/>
          <p:nvPr>
            <p:ph idx="2" type="subTitle"/>
          </p:nvPr>
        </p:nvSpPr>
        <p:spPr>
          <a:xfrm>
            <a:off x="3361300" y="3801057"/>
            <a:ext cx="1222800" cy="370500"/>
          </a:xfrm>
          <a:prstGeom prst="rect">
            <a:avLst/>
          </a:prstGeom>
        </p:spPr>
        <p:txBody>
          <a:bodyPr anchorCtr="0" anchor="ctr" bIns="0" lIns="0" spcFirstLastPara="1" rIns="91425" wrap="square" tIns="0">
            <a:noAutofit/>
          </a:bodyPr>
          <a:lstStyle/>
          <a:p>
            <a:pPr indent="0" lvl="0" marL="0" rtl="0" algn="ctr">
              <a:spcBef>
                <a:spcPts val="0"/>
              </a:spcBef>
              <a:spcAft>
                <a:spcPts val="0"/>
              </a:spcAft>
              <a:buNone/>
            </a:pPr>
            <a:r>
              <a:rPr lang="en"/>
              <a:t>RQ 3</a:t>
            </a:r>
            <a:endParaRPr/>
          </a:p>
        </p:txBody>
      </p:sp>
      <p:sp>
        <p:nvSpPr>
          <p:cNvPr id="985" name="Google Shape;985;p66"/>
          <p:cNvSpPr txBox="1"/>
          <p:nvPr>
            <p:ph idx="3" type="subTitle"/>
          </p:nvPr>
        </p:nvSpPr>
        <p:spPr>
          <a:xfrm>
            <a:off x="3361300" y="1151550"/>
            <a:ext cx="1222800" cy="370500"/>
          </a:xfrm>
          <a:prstGeom prst="rect">
            <a:avLst/>
          </a:prstGeom>
        </p:spPr>
        <p:txBody>
          <a:bodyPr anchorCtr="0" anchor="ctr" bIns="0" lIns="0" spcFirstLastPara="1" rIns="91425" wrap="square" tIns="0">
            <a:noAutofit/>
          </a:bodyPr>
          <a:lstStyle/>
          <a:p>
            <a:pPr indent="0" lvl="0" marL="0" rtl="0" algn="ctr">
              <a:spcBef>
                <a:spcPts val="0"/>
              </a:spcBef>
              <a:spcAft>
                <a:spcPts val="0"/>
              </a:spcAft>
              <a:buNone/>
            </a:pPr>
            <a:r>
              <a:rPr lang="en"/>
              <a:t>RQ 1</a:t>
            </a:r>
            <a:endParaRPr/>
          </a:p>
        </p:txBody>
      </p:sp>
      <p:sp>
        <p:nvSpPr>
          <p:cNvPr id="986" name="Google Shape;986;p66"/>
          <p:cNvSpPr txBox="1"/>
          <p:nvPr>
            <p:ph type="title"/>
          </p:nvPr>
        </p:nvSpPr>
        <p:spPr>
          <a:xfrm>
            <a:off x="228600" y="420025"/>
            <a:ext cx="29262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Summary of Research </a:t>
            </a:r>
            <a:endParaRPr/>
          </a:p>
        </p:txBody>
      </p:sp>
      <p:sp>
        <p:nvSpPr>
          <p:cNvPr id="987" name="Google Shape;987;p66"/>
          <p:cNvSpPr txBox="1"/>
          <p:nvPr>
            <p:ph idx="4" type="subTitle"/>
          </p:nvPr>
        </p:nvSpPr>
        <p:spPr>
          <a:xfrm>
            <a:off x="4722450" y="1199950"/>
            <a:ext cx="4193100" cy="3705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000"/>
              <a:t>What are the differences in safety performance among different reinforcement learning algorithms in similar high-risk driving scenarios?</a:t>
            </a:r>
            <a:endParaRPr sz="1000"/>
          </a:p>
        </p:txBody>
      </p:sp>
      <p:sp>
        <p:nvSpPr>
          <p:cNvPr id="988" name="Google Shape;988;p66"/>
          <p:cNvSpPr txBox="1"/>
          <p:nvPr>
            <p:ph idx="5" type="subTitle"/>
          </p:nvPr>
        </p:nvSpPr>
        <p:spPr>
          <a:xfrm>
            <a:off x="4722300" y="2530750"/>
            <a:ext cx="4193100" cy="3705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What are the differences between different high-risk scenarios?</a:t>
            </a:r>
            <a:endParaRPr sz="1000"/>
          </a:p>
        </p:txBody>
      </p:sp>
      <p:sp>
        <p:nvSpPr>
          <p:cNvPr id="989" name="Google Shape;989;p66"/>
          <p:cNvSpPr txBox="1"/>
          <p:nvPr>
            <p:ph idx="6" type="subTitle"/>
          </p:nvPr>
        </p:nvSpPr>
        <p:spPr>
          <a:xfrm>
            <a:off x="4722350" y="3861550"/>
            <a:ext cx="4193100" cy="3705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000"/>
              <a:t>What are some commonly used Transformer-based models in high-risk autonomous driving tasks?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990" name="Google Shape;990;p66"/>
          <p:cNvSpPr txBox="1"/>
          <p:nvPr/>
        </p:nvSpPr>
        <p:spPr>
          <a:xfrm>
            <a:off x="228600" y="4793631"/>
            <a:ext cx="2996100" cy="1758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b="1" lang="en" sz="900">
                <a:solidFill>
                  <a:schemeClr val="lt2"/>
                </a:solidFill>
                <a:latin typeface="Red Hat Display"/>
                <a:ea typeface="Red Hat Display"/>
                <a:cs typeface="Red Hat Display"/>
                <a:sym typeface="Red Hat Display"/>
              </a:rPr>
              <a:t>Conclusion and Outlook</a:t>
            </a:r>
            <a:endParaRPr b="1" sz="900">
              <a:solidFill>
                <a:schemeClr val="lt2"/>
              </a:solidFill>
              <a:latin typeface="Red Hat Display"/>
              <a:ea typeface="Red Hat Display"/>
              <a:cs typeface="Red Hat Display"/>
              <a:sym typeface="Red Hat Display"/>
            </a:endParaRPr>
          </a:p>
        </p:txBody>
      </p:sp>
      <p:sp>
        <p:nvSpPr>
          <p:cNvPr id="991" name="Google Shape;991;p66"/>
          <p:cNvSpPr txBox="1"/>
          <p:nvPr/>
        </p:nvSpPr>
        <p:spPr>
          <a:xfrm>
            <a:off x="4722450" y="1570450"/>
            <a:ext cx="4193100" cy="7644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lt1"/>
              </a:buClr>
              <a:buSzPts val="1000"/>
              <a:buFont typeface="Red Hat Display"/>
              <a:buChar char="●"/>
            </a:pPr>
            <a:r>
              <a:rPr b="1" lang="en" sz="1100">
                <a:solidFill>
                  <a:schemeClr val="lt1"/>
                </a:solidFill>
                <a:latin typeface="Red Hat Display"/>
                <a:ea typeface="Red Hat Display"/>
                <a:cs typeface="Red Hat Display"/>
                <a:sym typeface="Red Hat Display"/>
              </a:rPr>
              <a:t>SAC</a:t>
            </a:r>
            <a:r>
              <a:rPr lang="en" sz="1000">
                <a:solidFill>
                  <a:schemeClr val="lt1"/>
                </a:solidFill>
                <a:latin typeface="Red Hat Display"/>
                <a:ea typeface="Red Hat Display"/>
                <a:cs typeface="Red Hat Display"/>
                <a:sym typeface="Red Hat Display"/>
              </a:rPr>
              <a:t> performs relatively safely.</a:t>
            </a:r>
            <a:endParaRPr sz="1000">
              <a:solidFill>
                <a:schemeClr val="lt1"/>
              </a:solidFill>
              <a:latin typeface="Red Hat Display"/>
              <a:ea typeface="Red Hat Display"/>
              <a:cs typeface="Red Hat Display"/>
              <a:sym typeface="Red Hat Display"/>
            </a:endParaRPr>
          </a:p>
          <a:p>
            <a:pPr indent="-292100" lvl="0" marL="457200" rtl="0" algn="l">
              <a:spcBef>
                <a:spcPts val="0"/>
              </a:spcBef>
              <a:spcAft>
                <a:spcPts val="0"/>
              </a:spcAft>
              <a:buClr>
                <a:schemeClr val="lt1"/>
              </a:buClr>
              <a:buSzPts val="1000"/>
              <a:buFont typeface="Red Hat Display"/>
              <a:buChar char="●"/>
            </a:pPr>
            <a:r>
              <a:rPr lang="en" sz="1000">
                <a:solidFill>
                  <a:schemeClr val="lt1"/>
                </a:solidFill>
                <a:latin typeface="Red Hat Display"/>
                <a:ea typeface="Red Hat Display"/>
                <a:cs typeface="Red Hat Display"/>
                <a:sym typeface="Red Hat Display"/>
              </a:rPr>
              <a:t>No absolutely optimal algorithm</a:t>
            </a:r>
            <a:endParaRPr sz="1000">
              <a:solidFill>
                <a:schemeClr val="lt1"/>
              </a:solidFill>
              <a:latin typeface="Red Hat Display"/>
              <a:ea typeface="Red Hat Display"/>
              <a:cs typeface="Red Hat Display"/>
              <a:sym typeface="Red Hat Display"/>
            </a:endParaRPr>
          </a:p>
          <a:p>
            <a:pPr indent="-292100" lvl="0" marL="457200" rtl="0" algn="l">
              <a:spcBef>
                <a:spcPts val="0"/>
              </a:spcBef>
              <a:spcAft>
                <a:spcPts val="0"/>
              </a:spcAft>
              <a:buClr>
                <a:schemeClr val="lt1"/>
              </a:buClr>
              <a:buSzPts val="1000"/>
              <a:buFont typeface="Red Hat Display"/>
              <a:buChar char="●"/>
            </a:pPr>
            <a:r>
              <a:rPr lang="en" sz="1000">
                <a:solidFill>
                  <a:schemeClr val="lt1"/>
                </a:solidFill>
                <a:latin typeface="Red Hat Display"/>
                <a:ea typeface="Red Hat Display"/>
                <a:cs typeface="Red Hat Display"/>
                <a:sym typeface="Red Hat Display"/>
              </a:rPr>
              <a:t>The algorithm largely depends on the characteristics of the task.</a:t>
            </a:r>
            <a:endParaRPr sz="1000">
              <a:solidFill>
                <a:schemeClr val="lt1"/>
              </a:solidFill>
              <a:latin typeface="Red Hat Display"/>
              <a:ea typeface="Red Hat Display"/>
              <a:cs typeface="Red Hat Display"/>
              <a:sym typeface="Red Hat Display"/>
            </a:endParaRPr>
          </a:p>
        </p:txBody>
      </p:sp>
      <p:sp>
        <p:nvSpPr>
          <p:cNvPr id="992" name="Google Shape;992;p66"/>
          <p:cNvSpPr txBox="1"/>
          <p:nvPr/>
        </p:nvSpPr>
        <p:spPr>
          <a:xfrm>
            <a:off x="4706250" y="2861700"/>
            <a:ext cx="4193100" cy="7644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lt1"/>
              </a:buClr>
              <a:buSzPts val="1000"/>
              <a:buFont typeface="Red Hat Display"/>
              <a:buChar char="●"/>
            </a:pPr>
            <a:r>
              <a:rPr lang="en" sz="1000">
                <a:solidFill>
                  <a:schemeClr val="lt1"/>
                </a:solidFill>
                <a:latin typeface="Red Hat Display"/>
                <a:ea typeface="Red Hat Display"/>
                <a:cs typeface="Red Hat Display"/>
                <a:sym typeface="Red Hat Display"/>
              </a:rPr>
              <a:t>Highways &lt; (left-turn intersections/intersections) &lt; Merging &lt; Roundabouts &lt; (right-turn intersections/intersections)</a:t>
            </a:r>
            <a:endParaRPr sz="1000">
              <a:solidFill>
                <a:schemeClr val="lt1"/>
              </a:solidFill>
              <a:latin typeface="Red Hat Display"/>
              <a:ea typeface="Red Hat Display"/>
              <a:cs typeface="Red Hat Display"/>
              <a:sym typeface="Red Hat Display"/>
            </a:endParaRPr>
          </a:p>
        </p:txBody>
      </p:sp>
      <p:sp>
        <p:nvSpPr>
          <p:cNvPr id="993" name="Google Shape;993;p66"/>
          <p:cNvSpPr txBox="1"/>
          <p:nvPr/>
        </p:nvSpPr>
        <p:spPr>
          <a:xfrm>
            <a:off x="4722450" y="4092425"/>
            <a:ext cx="4193100" cy="7644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lt1"/>
              </a:buClr>
              <a:buSzPts val="1000"/>
              <a:buFont typeface="Red Hat Display"/>
              <a:buChar char="●"/>
            </a:pPr>
            <a:r>
              <a:rPr lang="en" sz="1000">
                <a:solidFill>
                  <a:schemeClr val="lt1"/>
                </a:solidFill>
                <a:latin typeface="Red Hat Display"/>
                <a:ea typeface="Red Hat Display"/>
                <a:cs typeface="Red Hat Display"/>
                <a:sym typeface="Red Hat Display"/>
              </a:rPr>
              <a:t>The General Transformer is the most widely used model in the field of autonomous driving.</a:t>
            </a:r>
            <a:endParaRPr sz="1000">
              <a:solidFill>
                <a:schemeClr val="lt1"/>
              </a:solidFill>
              <a:latin typeface="Red Hat Display"/>
              <a:ea typeface="Red Hat Display"/>
              <a:cs typeface="Red Hat Display"/>
              <a:sym typeface="Red Hat Display"/>
            </a:endParaRPr>
          </a:p>
          <a:p>
            <a:pPr indent="-292100" lvl="0" marL="457200" rtl="0" algn="l">
              <a:spcBef>
                <a:spcPts val="0"/>
              </a:spcBef>
              <a:spcAft>
                <a:spcPts val="0"/>
              </a:spcAft>
              <a:buClr>
                <a:schemeClr val="lt1"/>
              </a:buClr>
              <a:buSzPts val="1000"/>
              <a:buFont typeface="Red Hat Display"/>
              <a:buChar char="●"/>
            </a:pPr>
            <a:r>
              <a:rPr lang="en" sz="1000">
                <a:solidFill>
                  <a:schemeClr val="lt1"/>
                </a:solidFill>
                <a:latin typeface="Red Hat Display"/>
                <a:ea typeface="Red Hat Display"/>
                <a:cs typeface="Red Hat Display"/>
                <a:sym typeface="Red Hat Display"/>
              </a:rPr>
              <a:t>Transformer models can effectively integrate heterogeneous data.</a:t>
            </a:r>
            <a:endParaRPr sz="1000">
              <a:solidFill>
                <a:schemeClr val="lt1"/>
              </a:solidFill>
              <a:latin typeface="Red Hat Display"/>
              <a:ea typeface="Red Hat Display"/>
              <a:cs typeface="Red Hat Display"/>
              <a:sym typeface="Red Hat Display"/>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67"/>
          <p:cNvSpPr/>
          <p:nvPr/>
        </p:nvSpPr>
        <p:spPr>
          <a:xfrm>
            <a:off x="3354750" y="2918375"/>
            <a:ext cx="1432800" cy="512700"/>
          </a:xfrm>
          <a:prstGeom prst="snip2DiagRect">
            <a:avLst>
              <a:gd fmla="val 0" name="adj1"/>
              <a:gd fmla="val 50000" name="adj2"/>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999" name="Google Shape;999;p67"/>
          <p:cNvSpPr/>
          <p:nvPr/>
        </p:nvSpPr>
        <p:spPr>
          <a:xfrm>
            <a:off x="4787700" y="2918350"/>
            <a:ext cx="3952500" cy="1443300"/>
          </a:xfrm>
          <a:prstGeom prst="snip2DiagRect">
            <a:avLst>
              <a:gd fmla="val 0" name="adj1"/>
              <a:gd fmla="val 50000" name="adj2"/>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114300" rtl="0" algn="l">
              <a:lnSpc>
                <a:spcPct val="115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1000" name="Google Shape;1000;p67"/>
          <p:cNvSpPr txBox="1"/>
          <p:nvPr/>
        </p:nvSpPr>
        <p:spPr>
          <a:xfrm>
            <a:off x="228600" y="4793631"/>
            <a:ext cx="2996100" cy="1758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b="1" lang="en" sz="900">
                <a:solidFill>
                  <a:schemeClr val="lt2"/>
                </a:solidFill>
                <a:latin typeface="Red Hat Display"/>
                <a:ea typeface="Red Hat Display"/>
                <a:cs typeface="Red Hat Display"/>
                <a:sym typeface="Red Hat Display"/>
              </a:rPr>
              <a:t>Conclusion and Outlook</a:t>
            </a:r>
            <a:endParaRPr b="1" sz="900">
              <a:solidFill>
                <a:schemeClr val="lt2"/>
              </a:solidFill>
              <a:latin typeface="Red Hat Display"/>
              <a:ea typeface="Red Hat Display"/>
              <a:cs typeface="Red Hat Display"/>
              <a:sym typeface="Red Hat Display"/>
            </a:endParaRPr>
          </a:p>
        </p:txBody>
      </p:sp>
      <p:sp>
        <p:nvSpPr>
          <p:cNvPr id="1001" name="Google Shape;1001;p67"/>
          <p:cNvSpPr txBox="1"/>
          <p:nvPr>
            <p:ph type="title"/>
          </p:nvPr>
        </p:nvSpPr>
        <p:spPr>
          <a:xfrm>
            <a:off x="120075" y="987850"/>
            <a:ext cx="35619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b="1" lang="en" sz="3800"/>
              <a:t>Future Outlook</a:t>
            </a:r>
            <a:endParaRPr b="1" sz="3800"/>
          </a:p>
        </p:txBody>
      </p:sp>
      <p:sp>
        <p:nvSpPr>
          <p:cNvPr id="1002" name="Google Shape;1002;p67"/>
          <p:cNvSpPr txBox="1"/>
          <p:nvPr>
            <p:ph idx="4" type="subTitle"/>
          </p:nvPr>
        </p:nvSpPr>
        <p:spPr>
          <a:xfrm>
            <a:off x="5337310" y="3085032"/>
            <a:ext cx="2931000" cy="1013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sz="1200">
                <a:latin typeface="Red Hat Display"/>
                <a:ea typeface="Red Hat Display"/>
                <a:cs typeface="Red Hat Display"/>
                <a:sym typeface="Red Hat Display"/>
              </a:rPr>
              <a:t>FYP2 will focus on </a:t>
            </a:r>
            <a:r>
              <a:rPr b="1" lang="en" sz="1200">
                <a:latin typeface="Red Hat Display"/>
                <a:ea typeface="Red Hat Display"/>
                <a:cs typeface="Red Hat Display"/>
                <a:sym typeface="Red Hat Display"/>
              </a:rPr>
              <a:t>developing an</a:t>
            </a:r>
            <a:r>
              <a:rPr b="1" lang="en" sz="1200">
                <a:latin typeface="Red Hat Display"/>
                <a:ea typeface="Red Hat Display"/>
                <a:cs typeface="Red Hat Display"/>
                <a:sym typeface="Red Hat Display"/>
              </a:rPr>
              <a:t> agent that integrates the general Transformer and SAC algorithms. The goal is to minimize the vehicle collision rate in the crossroads scene, thereby improving safety.</a:t>
            </a:r>
            <a:endParaRPr b="1" sz="1200">
              <a:latin typeface="Red Hat Display"/>
              <a:ea typeface="Red Hat Display"/>
              <a:cs typeface="Red Hat Display"/>
              <a:sym typeface="Red Hat Display"/>
            </a:endParaRPr>
          </a:p>
        </p:txBody>
      </p:sp>
      <p:sp>
        <p:nvSpPr>
          <p:cNvPr id="1003" name="Google Shape;1003;p67"/>
          <p:cNvSpPr txBox="1"/>
          <p:nvPr>
            <p:ph idx="6" type="subTitle"/>
          </p:nvPr>
        </p:nvSpPr>
        <p:spPr>
          <a:xfrm>
            <a:off x="3594222" y="2916250"/>
            <a:ext cx="928800" cy="51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sz="1800">
                <a:latin typeface="Red Hat Display"/>
                <a:ea typeface="Red Hat Display"/>
                <a:cs typeface="Red Hat Display"/>
                <a:sym typeface="Red Hat Display"/>
              </a:rPr>
              <a:t>FYP 2</a:t>
            </a:r>
            <a:endParaRPr b="1" sz="1800">
              <a:latin typeface="Red Hat Display"/>
              <a:ea typeface="Red Hat Display"/>
              <a:cs typeface="Red Hat Display"/>
              <a:sym typeface="Red Hat Display"/>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68"/>
          <p:cNvSpPr txBox="1"/>
          <p:nvPr>
            <p:ph idx="1" type="subTitle"/>
          </p:nvPr>
        </p:nvSpPr>
        <p:spPr>
          <a:xfrm>
            <a:off x="2513625" y="3084600"/>
            <a:ext cx="6401700" cy="123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addition to the interim report, I have synthesized my literature review findings into a formal research article. This work has been submitted to the International Journal of Robotics, Automation and Sciences (IJORAS) for peer review, and is also being entered into the MMU Press 4th International Article Writing Competition.</a:t>
            </a:r>
            <a:endParaRPr/>
          </a:p>
        </p:txBody>
      </p:sp>
      <p:pic>
        <p:nvPicPr>
          <p:cNvPr id="1009" name="Google Shape;1009;p68"/>
          <p:cNvPicPr preferRelativeResize="0"/>
          <p:nvPr/>
        </p:nvPicPr>
        <p:blipFill>
          <a:blip r:embed="rId3">
            <a:alphaModFix/>
          </a:blip>
          <a:stretch>
            <a:fillRect/>
          </a:stretch>
        </p:blipFill>
        <p:spPr>
          <a:xfrm>
            <a:off x="2513625" y="325375"/>
            <a:ext cx="6401774" cy="22463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69"/>
          <p:cNvSpPr txBox="1"/>
          <p:nvPr>
            <p:ph type="title"/>
          </p:nvPr>
        </p:nvSpPr>
        <p:spPr>
          <a:xfrm>
            <a:off x="3108900" y="2277900"/>
            <a:ext cx="57609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Thank you</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p70"/>
          <p:cNvSpPr txBox="1"/>
          <p:nvPr>
            <p:ph type="title"/>
          </p:nvPr>
        </p:nvSpPr>
        <p:spPr>
          <a:xfrm>
            <a:off x="594150" y="531175"/>
            <a:ext cx="51210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Reference</a:t>
            </a:r>
            <a:endParaRPr/>
          </a:p>
        </p:txBody>
      </p:sp>
      <p:sp>
        <p:nvSpPr>
          <p:cNvPr id="1020" name="Google Shape;1020;p70"/>
          <p:cNvSpPr txBox="1"/>
          <p:nvPr/>
        </p:nvSpPr>
        <p:spPr>
          <a:xfrm>
            <a:off x="228600" y="4793631"/>
            <a:ext cx="2996100" cy="1758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sz="800">
                <a:solidFill>
                  <a:schemeClr val="lt2"/>
                </a:solidFill>
                <a:latin typeface="Red Hat Display"/>
                <a:ea typeface="Red Hat Display"/>
                <a:cs typeface="Red Hat Display"/>
                <a:sym typeface="Red Hat Display"/>
              </a:rPr>
              <a:t>Reference</a:t>
            </a:r>
            <a:endParaRPr sz="800">
              <a:solidFill>
                <a:schemeClr val="lt2"/>
              </a:solidFill>
              <a:latin typeface="Red Hat Display"/>
              <a:ea typeface="Red Hat Display"/>
              <a:cs typeface="Red Hat Display"/>
              <a:sym typeface="Red Hat Display"/>
            </a:endParaRPr>
          </a:p>
        </p:txBody>
      </p:sp>
      <p:sp>
        <p:nvSpPr>
          <p:cNvPr id="1021" name="Google Shape;1021;p70"/>
          <p:cNvSpPr txBox="1"/>
          <p:nvPr/>
        </p:nvSpPr>
        <p:spPr>
          <a:xfrm>
            <a:off x="211650" y="1042700"/>
            <a:ext cx="8626800" cy="3641100"/>
          </a:xfrm>
          <a:prstGeom prst="rect">
            <a:avLst/>
          </a:prstGeom>
          <a:noFill/>
          <a:ln>
            <a:noFill/>
          </a:ln>
        </p:spPr>
        <p:txBody>
          <a:bodyPr anchorCtr="0" anchor="t" bIns="91425" lIns="91425" spcFirstLastPara="1" rIns="91425" wrap="square" tIns="91425">
            <a:noAutofit/>
          </a:bodyPr>
          <a:lstStyle/>
          <a:p>
            <a:pPr indent="-457200" lvl="0" marL="457200" rtl="0" algn="just">
              <a:lnSpc>
                <a:spcPct val="100000"/>
              </a:lnSpc>
              <a:spcBef>
                <a:spcPts val="0"/>
              </a:spcBef>
              <a:spcAft>
                <a:spcPts val="0"/>
              </a:spcAft>
              <a:buNone/>
            </a:pPr>
            <a:r>
              <a:rPr lang="en" sz="800">
                <a:solidFill>
                  <a:schemeClr val="lt1"/>
                </a:solidFill>
              </a:rPr>
              <a:t>Liu, H., Huang, Z., Mo, X., &amp; Lv, C. (2024). Augmenting Reinforcement Learning With Transformer-Based Scene Representation Learning for Decision-Making of Autonomous Driving. IEEE Transactions on Intelligent Vehicles, 9(3), 4405–4421. https://doi.org/10.1109/TIV.2024.3372625</a:t>
            </a:r>
            <a:endParaRPr sz="800">
              <a:solidFill>
                <a:schemeClr val="lt1"/>
              </a:solidFill>
            </a:endParaRPr>
          </a:p>
          <a:p>
            <a:pPr indent="-457200" lvl="0" marL="457200" rtl="0" algn="just">
              <a:spcBef>
                <a:spcPts val="1000"/>
              </a:spcBef>
              <a:spcAft>
                <a:spcPts val="0"/>
              </a:spcAft>
              <a:buNone/>
            </a:pPr>
            <a:r>
              <a:rPr lang="en" sz="800">
                <a:solidFill>
                  <a:schemeClr val="lt1"/>
                </a:solidFill>
              </a:rPr>
              <a:t>Liu, H., Huang, Z., Mo, X., &amp; Lv, C. (2024). Augmenting Reinforcement Learning With Transformer-Based Scene Representation Learning for Decision-Making of Autonomous Driving. IEEE Transactions on Intelligent Vehicles, 9(3), 4405–4421. https://doi.org/10.1109/TIV.2024.3372625</a:t>
            </a:r>
            <a:endParaRPr sz="800">
              <a:solidFill>
                <a:schemeClr val="lt1"/>
              </a:solidFill>
            </a:endParaRPr>
          </a:p>
          <a:p>
            <a:pPr indent="-457200" lvl="0" marL="457200" rtl="0" algn="just">
              <a:spcBef>
                <a:spcPts val="1000"/>
              </a:spcBef>
              <a:spcAft>
                <a:spcPts val="0"/>
              </a:spcAft>
              <a:buNone/>
            </a:pPr>
            <a:r>
              <a:rPr lang="en" sz="800">
                <a:solidFill>
                  <a:schemeClr val="lt1"/>
                </a:solidFill>
              </a:rPr>
              <a:t>Chowdhury, J., Shivaraman, V., Dangi, S., Sundaram, S., &amp; Sujit, P. B. (2024). Deep Attention Driven Reinforcement Learning (DAD-RL) for Autonomous Decision-Making in Dynamic Environment. 2024 IEEE International Conference on Systems, Man, and Cybernetics (SMC), 3863–3868. https://doi.org/10.1109/SMC54092.2024.10832016</a:t>
            </a:r>
            <a:endParaRPr sz="800">
              <a:solidFill>
                <a:schemeClr val="lt1"/>
              </a:solidFill>
            </a:endParaRPr>
          </a:p>
          <a:p>
            <a:pPr indent="-457200" lvl="0" marL="457200" rtl="0" algn="just">
              <a:spcBef>
                <a:spcPts val="1000"/>
              </a:spcBef>
              <a:spcAft>
                <a:spcPts val="0"/>
              </a:spcAft>
              <a:buNone/>
            </a:pPr>
            <a:r>
              <a:rPr lang="en" sz="800">
                <a:solidFill>
                  <a:schemeClr val="lt1"/>
                </a:solidFill>
              </a:rPr>
              <a:t>Gao, L., Tian, H., &amp; Wu, J. (2025). Efficient Maximum Entropy Reinforcement Learning Framework Guided by Expert Policies: An Application in Autonomous Driving. IEEE Transactions on Intelligent Transportation Systems, 26(10), 15055–15067. https://doi.org/10.1109/TITS.2025.3579033 </a:t>
            </a:r>
            <a:endParaRPr sz="800">
              <a:solidFill>
                <a:schemeClr val="lt1"/>
              </a:solidFill>
            </a:endParaRPr>
          </a:p>
          <a:p>
            <a:pPr indent="-457200" lvl="0" marL="457200" rtl="0" algn="just">
              <a:spcBef>
                <a:spcPts val="1000"/>
              </a:spcBef>
              <a:spcAft>
                <a:spcPts val="0"/>
              </a:spcAft>
              <a:buNone/>
            </a:pPr>
            <a:r>
              <a:rPr lang="en" sz="800">
                <a:solidFill>
                  <a:schemeClr val="lt1"/>
                </a:solidFill>
              </a:rPr>
              <a:t>Elallid, B. B., Benamar, N., Bagaa, M., Kelouwani, S., &amp; Mrani, N. (2024). Improving Reinforcement Learning with Expert Demonstrations and Vision Transformers for Autonomous Vehicle Control. World Electric Vehicle Journal, 15(12), 585. </a:t>
            </a:r>
            <a:endParaRPr sz="800">
              <a:solidFill>
                <a:schemeClr val="lt1"/>
              </a:solidFill>
            </a:endParaRPr>
          </a:p>
          <a:p>
            <a:pPr indent="-457200" lvl="0" marL="457200" rtl="0" algn="just">
              <a:spcBef>
                <a:spcPts val="1000"/>
              </a:spcBef>
              <a:spcAft>
                <a:spcPts val="0"/>
              </a:spcAft>
              <a:buNone/>
            </a:pPr>
            <a:r>
              <a:rPr lang="en" sz="800">
                <a:solidFill>
                  <a:schemeClr val="lt1"/>
                </a:solidFill>
              </a:rPr>
              <a:t>Huynh, M. T., &amp; Nguyen, D. D. (2024). SoftCTRL: Soft conservative KL-control of Transformer Reinforcement Learning for Autonomous Driving. arXiv Preprint arXiv:2410.22752.</a:t>
            </a:r>
            <a:endParaRPr sz="800">
              <a:solidFill>
                <a:schemeClr val="lt1"/>
              </a:solidFill>
            </a:endParaRPr>
          </a:p>
          <a:p>
            <a:pPr indent="-457200" lvl="0" marL="457200" rtl="0" algn="just">
              <a:spcBef>
                <a:spcPts val="1000"/>
              </a:spcBef>
              <a:spcAft>
                <a:spcPts val="0"/>
              </a:spcAft>
              <a:buNone/>
            </a:pPr>
            <a:r>
              <a:rPr lang="en" sz="800">
                <a:solidFill>
                  <a:schemeClr val="lt1"/>
                </a:solidFill>
              </a:rPr>
              <a:t>Fan, J., Zhang, X., Zou, Y., Li, Y., Liu, Y., &amp; Sun, W. (2024). Improving policy training for autonomous driving through randomized ensembled double Q-learning with Transformer encoder feature evaluation. Applied Soft Computing, 167, 112386. </a:t>
            </a:r>
            <a:endParaRPr sz="800">
              <a:solidFill>
                <a:schemeClr val="lt1"/>
              </a:solidFill>
            </a:endParaRPr>
          </a:p>
          <a:p>
            <a:pPr indent="-457200" lvl="0" marL="457200" rtl="0" algn="just">
              <a:spcBef>
                <a:spcPts val="1000"/>
              </a:spcBef>
              <a:spcAft>
                <a:spcPts val="0"/>
              </a:spcAft>
              <a:buNone/>
            </a:pPr>
            <a:r>
              <a:rPr lang="en" sz="800">
                <a:solidFill>
                  <a:schemeClr val="lt1"/>
                </a:solidFill>
              </a:rPr>
              <a:t>R. Zhao, Y. Fan, Y. Li, K. Wang, C. Zheng, F. Gao, &amp; Z. Gao. (2025). Autonomous Intersection Management via Prior-Enhanced Multi-Agent Constrained Decision Transformer. IEEE Transactions on Intelligent Transportation Systems, 26(10), 15728–15745. https://doi.org/10.1109/TITS.2025.3595526 </a:t>
            </a:r>
            <a:endParaRPr sz="800">
              <a:solidFill>
                <a:schemeClr val="lt1"/>
              </a:solidFill>
            </a:endParaRPr>
          </a:p>
          <a:p>
            <a:pPr indent="-457200" lvl="0" marL="457200" rtl="0" algn="just">
              <a:spcBef>
                <a:spcPts val="1000"/>
              </a:spcBef>
              <a:spcAft>
                <a:spcPts val="1000"/>
              </a:spcAft>
              <a:buNone/>
            </a:pPr>
            <a:r>
              <a:rPr lang="en" sz="800">
                <a:solidFill>
                  <a:schemeClr val="lt1"/>
                </a:solidFill>
              </a:rPr>
              <a:t>Zhao, R., Fan, Y., Li, Y., Wang, K., Gao, F., &amp; Gao, Z. (2024). Constraint-guided behavior transformer for centralized coordination of connected and automated vehicles at intersections. Sensors (Basel, Switzerland), 24(16), 5187. </a:t>
            </a:r>
            <a:endParaRPr sz="800">
              <a:solidFill>
                <a:schemeClr val="l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71"/>
          <p:cNvSpPr txBox="1"/>
          <p:nvPr>
            <p:ph type="title"/>
          </p:nvPr>
        </p:nvSpPr>
        <p:spPr>
          <a:xfrm>
            <a:off x="594150" y="531175"/>
            <a:ext cx="51210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Reference</a:t>
            </a:r>
            <a:endParaRPr/>
          </a:p>
        </p:txBody>
      </p:sp>
      <p:sp>
        <p:nvSpPr>
          <p:cNvPr id="1027" name="Google Shape;1027;p71"/>
          <p:cNvSpPr txBox="1"/>
          <p:nvPr/>
        </p:nvSpPr>
        <p:spPr>
          <a:xfrm>
            <a:off x="228600" y="4793631"/>
            <a:ext cx="2996100" cy="1758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sz="800">
                <a:solidFill>
                  <a:schemeClr val="lt2"/>
                </a:solidFill>
                <a:latin typeface="Red Hat Display"/>
                <a:ea typeface="Red Hat Display"/>
                <a:cs typeface="Red Hat Display"/>
                <a:sym typeface="Red Hat Display"/>
              </a:rPr>
              <a:t>Reference</a:t>
            </a:r>
            <a:endParaRPr sz="800">
              <a:solidFill>
                <a:schemeClr val="lt2"/>
              </a:solidFill>
              <a:latin typeface="Red Hat Display"/>
              <a:ea typeface="Red Hat Display"/>
              <a:cs typeface="Red Hat Display"/>
              <a:sym typeface="Red Hat Display"/>
            </a:endParaRPr>
          </a:p>
        </p:txBody>
      </p:sp>
      <p:sp>
        <p:nvSpPr>
          <p:cNvPr id="1028" name="Google Shape;1028;p71"/>
          <p:cNvSpPr txBox="1"/>
          <p:nvPr/>
        </p:nvSpPr>
        <p:spPr>
          <a:xfrm>
            <a:off x="211650" y="1060875"/>
            <a:ext cx="8626800" cy="3231300"/>
          </a:xfrm>
          <a:prstGeom prst="rect">
            <a:avLst/>
          </a:prstGeom>
          <a:noFill/>
          <a:ln>
            <a:noFill/>
          </a:ln>
        </p:spPr>
        <p:txBody>
          <a:bodyPr anchorCtr="0" anchor="t" bIns="91425" lIns="91425" spcFirstLastPara="1" rIns="91425" wrap="square" tIns="91425">
            <a:noAutofit/>
          </a:bodyPr>
          <a:lstStyle/>
          <a:p>
            <a:pPr indent="-457200" lvl="0" marL="457200" rtl="0" algn="just">
              <a:spcBef>
                <a:spcPts val="0"/>
              </a:spcBef>
              <a:spcAft>
                <a:spcPts val="0"/>
              </a:spcAft>
              <a:buNone/>
            </a:pPr>
            <a:r>
              <a:rPr lang="en" sz="800">
                <a:solidFill>
                  <a:schemeClr val="lt1"/>
                </a:solidFill>
              </a:rPr>
              <a:t>Zhang, D., Luo, H., Dong, H., &amp; Lu, J. (2025). Safety-constrained Reinforcement Learning with Interaction-aware for Decision-making of Autonomous Driving. 2025 IEEE International Conference on Multimedia and Expo (ICME), 1–6. https://doi.org/10.1109/ICME59968.2025.11209801</a:t>
            </a:r>
            <a:endParaRPr sz="800">
              <a:solidFill>
                <a:schemeClr val="lt1"/>
              </a:solidFill>
            </a:endParaRPr>
          </a:p>
          <a:p>
            <a:pPr indent="-457200" lvl="0" marL="457200" rtl="0" algn="just">
              <a:spcBef>
                <a:spcPts val="1000"/>
              </a:spcBef>
              <a:spcAft>
                <a:spcPts val="0"/>
              </a:spcAft>
              <a:buNone/>
            </a:pPr>
            <a:r>
              <a:rPr lang="en" sz="800">
                <a:solidFill>
                  <a:schemeClr val="lt1"/>
                </a:solidFill>
              </a:rPr>
              <a:t>Yun, J., &amp; Cao, Z. (2024). Autonomous Driving Agents for Safe Road Junctions Through Deep Reinforcement Learning. 2024 IEEE International Conference on Agents (ICA), 39–44. https://doi.org/10.1109/ICA63002.2024.00017</a:t>
            </a:r>
            <a:endParaRPr sz="800">
              <a:solidFill>
                <a:schemeClr val="lt1"/>
              </a:solidFill>
            </a:endParaRPr>
          </a:p>
          <a:p>
            <a:pPr indent="-457200" lvl="0" marL="457200" rtl="0" algn="just">
              <a:spcBef>
                <a:spcPts val="1000"/>
              </a:spcBef>
              <a:spcAft>
                <a:spcPts val="0"/>
              </a:spcAft>
              <a:buNone/>
            </a:pPr>
            <a:r>
              <a:rPr lang="en" sz="800">
                <a:solidFill>
                  <a:schemeClr val="lt1"/>
                </a:solidFill>
              </a:rPr>
              <a:t>Prasath A, Mr. A., &amp; Navaz K, Dr. (2025). Empirical Evaluation of Deep Learning based Autonomous Driving System with Real-Time Scene Classification Procedure. 2025 4th International Conference on Innovative Mechanisms for Industry Applications (ICIMIA), 272–278. https://doi.org/10.1109/ICIMIA67127.2025.11200907</a:t>
            </a:r>
            <a:endParaRPr sz="800">
              <a:solidFill>
                <a:schemeClr val="lt1"/>
              </a:solidFill>
            </a:endParaRPr>
          </a:p>
          <a:p>
            <a:pPr indent="-457200" lvl="0" marL="457200" rtl="0" algn="just">
              <a:spcBef>
                <a:spcPts val="1000"/>
              </a:spcBef>
              <a:spcAft>
                <a:spcPts val="1000"/>
              </a:spcAft>
              <a:buNone/>
            </a:pPr>
            <a:r>
              <a:rPr lang="en" sz="800">
                <a:solidFill>
                  <a:schemeClr val="lt1"/>
                </a:solidFill>
              </a:rPr>
              <a:t>Hu, D., Huang, C., Wu, J., &amp; Gao, H. (2024). Pre-trained transformer-enabled strategies with human-guided fine-tuning for end-to-end navigation of autonomous vehicles. arXiv Preprint arXiv:2402.12666.</a:t>
            </a:r>
            <a:endParaRPr sz="8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vestor Pitch Presentation">
  <a:themeElements>
    <a:clrScheme name="Simple Light">
      <a:dk1>
        <a:srgbClr val="1B1B1B"/>
      </a:dk1>
      <a:lt1>
        <a:srgbClr val="FFFFFF"/>
      </a:lt1>
      <a:dk2>
        <a:srgbClr val="85C086"/>
      </a:dk2>
      <a:lt2>
        <a:srgbClr val="D0E1BE"/>
      </a:lt2>
      <a:accent1>
        <a:srgbClr val="85C085"/>
      </a:accent1>
      <a:accent2>
        <a:srgbClr val="50A350"/>
      </a:accent2>
      <a:accent3>
        <a:srgbClr val="3E863C"/>
      </a:accent3>
      <a:accent4>
        <a:srgbClr val="1E691E"/>
      </a:accent4>
      <a:accent5>
        <a:srgbClr val="074907"/>
      </a:accent5>
      <a:accent6>
        <a:srgbClr val="666666"/>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